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Первый спринт</a:t>
            </a:r>
          </a:p>
          <a:p>
            <a:r>
              <a:t>Настройка окружения и начало разработки прототипа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проекте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EcoReport</a:t>
            </a:r>
            <a:r>
              <a:rPr dirty="0"/>
              <a:t> — </a:t>
            </a:r>
            <a:r>
              <a:rPr dirty="0" err="1"/>
              <a:t>веб-сервис</a:t>
            </a:r>
            <a:r>
              <a:rPr dirty="0"/>
              <a:t> </a:t>
            </a:r>
            <a:r>
              <a:rPr dirty="0" err="1"/>
              <a:t>для</a:t>
            </a:r>
            <a:r>
              <a:rPr lang="ru-RU" dirty="0"/>
              <a:t> </a:t>
            </a:r>
            <a:r>
              <a:rPr dirty="0" err="1"/>
              <a:t>автоматизированной</a:t>
            </a:r>
            <a:r>
              <a:rPr dirty="0"/>
              <a:t> </a:t>
            </a:r>
            <a:r>
              <a:rPr dirty="0" err="1"/>
              <a:t>генерации</a:t>
            </a:r>
            <a:r>
              <a:rPr lang="ru-RU" dirty="0"/>
              <a:t> </a:t>
            </a:r>
            <a:r>
              <a:rPr dirty="0" err="1"/>
              <a:t>экологических</a:t>
            </a:r>
            <a:r>
              <a:rPr dirty="0"/>
              <a:t> </a:t>
            </a:r>
            <a:r>
              <a:rPr dirty="0" err="1"/>
              <a:t>отчётов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ГОСТ.</a:t>
            </a:r>
          </a:p>
          <a:p>
            <a:endParaRPr dirty="0"/>
          </a:p>
          <a:p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Упростить</a:t>
            </a:r>
            <a:r>
              <a:rPr dirty="0"/>
              <a:t> </a:t>
            </a:r>
            <a:r>
              <a:rPr dirty="0" err="1"/>
              <a:t>подготовку</a:t>
            </a:r>
            <a:r>
              <a:rPr dirty="0"/>
              <a:t> </a:t>
            </a:r>
            <a:r>
              <a:rPr dirty="0" err="1"/>
              <a:t>экологической</a:t>
            </a:r>
            <a:r>
              <a:rPr dirty="0"/>
              <a:t> </a:t>
            </a:r>
            <a:r>
              <a:rPr dirty="0" err="1"/>
              <a:t>документации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Автоматизировать</a:t>
            </a:r>
            <a:r>
              <a:rPr dirty="0"/>
              <a:t> </a:t>
            </a:r>
            <a:r>
              <a:rPr dirty="0" err="1"/>
              <a:t>формирование</a:t>
            </a:r>
            <a:r>
              <a:rPr dirty="0"/>
              <a:t> </a:t>
            </a:r>
            <a:r>
              <a:rPr lang="ru-RU" dirty="0"/>
              <a:t>отчёта</a:t>
            </a:r>
            <a:r>
              <a:rPr dirty="0"/>
              <a:t> и </a:t>
            </a:r>
            <a:r>
              <a:rPr dirty="0" err="1"/>
              <a:t>GeoJSON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экологических</a:t>
            </a:r>
            <a:r>
              <a:rPr dirty="0"/>
              <a:t> </a:t>
            </a:r>
            <a:r>
              <a:rPr dirty="0" err="1"/>
              <a:t>отчётов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:</a:t>
            </a:r>
          </a:p>
          <a:p>
            <a:endParaRPr lang="ru-RU"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Трудоёмкий</a:t>
            </a:r>
            <a:r>
              <a:rPr dirty="0"/>
              <a:t> </a:t>
            </a:r>
            <a:r>
              <a:rPr dirty="0" err="1"/>
              <a:t>процесс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Высокий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ошибок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большими</a:t>
            </a:r>
            <a:r>
              <a:rPr dirty="0"/>
              <a:t> </a:t>
            </a:r>
            <a:r>
              <a:rPr dirty="0" err="1"/>
              <a:t>таблицами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первого спринта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техническую</a:t>
            </a:r>
            <a:r>
              <a:rPr dirty="0"/>
              <a:t> </a:t>
            </a:r>
            <a:r>
              <a:rPr dirty="0" err="1"/>
              <a:t>основу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Настроить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разработки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архитектуру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Начать</a:t>
            </a:r>
            <a:r>
              <a:rPr dirty="0"/>
              <a:t> </a:t>
            </a:r>
            <a:r>
              <a:rPr dirty="0" err="1"/>
              <a:t>реализацию</a:t>
            </a:r>
            <a:r>
              <a:rPr dirty="0"/>
              <a:t> </a:t>
            </a:r>
            <a:r>
              <a:rPr dirty="0" err="1"/>
              <a:t>прототипа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работ на спринт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  <a:p>
            <a:r>
              <a:rPr lang="ru-RU" dirty="0"/>
              <a:t>2</a:t>
            </a:r>
            <a:r>
              <a:rPr dirty="0"/>
              <a:t>. </a:t>
            </a:r>
            <a:r>
              <a:rPr dirty="0" err="1"/>
              <a:t>Выбор</a:t>
            </a:r>
            <a:r>
              <a:rPr dirty="0"/>
              <a:t> и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стекa</a:t>
            </a:r>
            <a:r>
              <a:rPr dirty="0"/>
              <a:t> </a:t>
            </a:r>
            <a:r>
              <a:rPr dirty="0" err="1"/>
              <a:t>технологий</a:t>
            </a:r>
            <a:endParaRPr dirty="0"/>
          </a:p>
          <a:p>
            <a:r>
              <a:rPr lang="ru-RU" dirty="0"/>
              <a:t>3</a:t>
            </a:r>
            <a:r>
              <a:rPr dirty="0"/>
              <a:t>.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lang="ru-RU" dirty="0"/>
              <a:t>технической основы проекта</a:t>
            </a:r>
            <a:endParaRPr dirty="0"/>
          </a:p>
          <a:p>
            <a:r>
              <a:rPr lang="ru-RU" dirty="0"/>
              <a:t>4</a:t>
            </a:r>
            <a:r>
              <a:rPr dirty="0"/>
              <a:t>.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прототипа</a:t>
            </a:r>
            <a:r>
              <a:rPr dirty="0"/>
              <a:t>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Ожидаемый результат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К </a:t>
            </a:r>
            <a:r>
              <a:rPr dirty="0" err="1"/>
              <a:t>концу</a:t>
            </a:r>
            <a:r>
              <a:rPr dirty="0"/>
              <a:t> </a:t>
            </a:r>
            <a:r>
              <a:rPr dirty="0" err="1"/>
              <a:t>спринта</a:t>
            </a:r>
            <a:r>
              <a:rPr dirty="0"/>
              <a:t>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развернуто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структурирован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ru-RU" dirty="0"/>
              <a:t>Ведётся работа над</a:t>
            </a:r>
            <a:r>
              <a:rPr dirty="0"/>
              <a:t> </a:t>
            </a:r>
            <a:r>
              <a:rPr lang="ru-RU" dirty="0"/>
              <a:t>рабочим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lang="ru-RU" dirty="0" err="1"/>
              <a:t>ипом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</Words>
  <Application>Microsoft Office PowerPoint</Application>
  <PresentationFormat>Экран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EcoReport</vt:lpstr>
      <vt:lpstr>О проекте</vt:lpstr>
      <vt:lpstr>Проблема</vt:lpstr>
      <vt:lpstr>Цель первого спринта</vt:lpstr>
      <vt:lpstr>План работ на спринт</vt:lpstr>
      <vt:lpstr>Ожидаемый результат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Игорь Тимофеев</dc:creator>
  <cp:keywords/>
  <dc:description>generated using python-pptx</dc:description>
  <cp:lastModifiedBy>Игорь Тимофеев</cp:lastModifiedBy>
  <cp:revision>3</cp:revision>
  <dcterms:created xsi:type="dcterms:W3CDTF">2013-01-27T09:14:16Z</dcterms:created>
  <dcterms:modified xsi:type="dcterms:W3CDTF">2026-02-25T14:12:47Z</dcterms:modified>
  <cp:category/>
</cp:coreProperties>
</file>