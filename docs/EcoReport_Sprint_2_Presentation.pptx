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71" r:id="rId4"/>
    <p:sldId id="261" r:id="rId5"/>
    <p:sldId id="262" r:id="rId6"/>
    <p:sldId id="263" r:id="rId7"/>
    <p:sldId id="272" r:id="rId8"/>
    <p:sldId id="266" r:id="rId9"/>
    <p:sldId id="267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0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6AF96F-BC2F-444A-B3B7-9DDEF58CAAC4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62DF0BF-8068-40F2-A0E1-F3C19801E3E2}">
      <dgm:prSet/>
      <dgm:spPr/>
      <dgm:t>
        <a:bodyPr/>
        <a:lstStyle/>
        <a:p>
          <a:r>
            <a:rPr lang="ru-RU" dirty="0"/>
            <a:t>Генерация отчёта</a:t>
          </a:r>
          <a:endParaRPr lang="en-US" dirty="0"/>
        </a:p>
      </dgm:t>
    </dgm:pt>
    <dgm:pt modelId="{54EF1918-CDF9-47C2-9DF3-F284F2DEE749}" type="parTrans" cxnId="{8BE3825E-BD21-4057-BC25-04385C2CA63E}">
      <dgm:prSet/>
      <dgm:spPr/>
      <dgm:t>
        <a:bodyPr/>
        <a:lstStyle/>
        <a:p>
          <a:endParaRPr lang="en-US"/>
        </a:p>
      </dgm:t>
    </dgm:pt>
    <dgm:pt modelId="{1E79BF95-EF17-41C1-B730-641790523AAA}" type="sibTrans" cxnId="{8BE3825E-BD21-4057-BC25-04385C2CA63E}">
      <dgm:prSet/>
      <dgm:spPr/>
      <dgm:t>
        <a:bodyPr/>
        <a:lstStyle/>
        <a:p>
          <a:endParaRPr lang="en-US"/>
        </a:p>
      </dgm:t>
    </dgm:pt>
    <dgm:pt modelId="{E49E01B6-05E0-472F-B904-CEEDA1E4C550}">
      <dgm:prSet/>
      <dgm:spPr/>
      <dgm:t>
        <a:bodyPr/>
        <a:lstStyle/>
        <a:p>
          <a:r>
            <a:rPr lang="ru-RU" dirty="0"/>
            <a:t>Структура документа</a:t>
          </a:r>
          <a:endParaRPr lang="en-US" dirty="0"/>
        </a:p>
      </dgm:t>
    </dgm:pt>
    <dgm:pt modelId="{425DBCE9-9ED6-48BE-AB31-0B33262C4EFA}" type="parTrans" cxnId="{BC127720-4AEF-4A6F-BF72-6AC37B9C198A}">
      <dgm:prSet/>
      <dgm:spPr/>
      <dgm:t>
        <a:bodyPr/>
        <a:lstStyle/>
        <a:p>
          <a:endParaRPr lang="en-US"/>
        </a:p>
      </dgm:t>
    </dgm:pt>
    <dgm:pt modelId="{34EF80F7-B953-49A3-8543-13FE0B76AB4D}" type="sibTrans" cxnId="{BC127720-4AEF-4A6F-BF72-6AC37B9C198A}">
      <dgm:prSet/>
      <dgm:spPr/>
      <dgm:t>
        <a:bodyPr/>
        <a:lstStyle/>
        <a:p>
          <a:endParaRPr lang="en-US"/>
        </a:p>
      </dgm:t>
    </dgm:pt>
    <dgm:pt modelId="{D44433F2-3529-47DE-95AE-3E1E0F906788}">
      <dgm:prSet/>
      <dgm:spPr/>
      <dgm:t>
        <a:bodyPr/>
        <a:lstStyle/>
        <a:p>
          <a:r>
            <a:rPr lang="ru-RU"/>
            <a:t>Web-интерфейс</a:t>
          </a:r>
          <a:endParaRPr lang="en-US"/>
        </a:p>
      </dgm:t>
    </dgm:pt>
    <dgm:pt modelId="{67038EE6-9E13-4A17-A1A5-F8C7CED1A149}" type="parTrans" cxnId="{1FB63A0B-C94C-44B7-B791-784C9405A0E4}">
      <dgm:prSet/>
      <dgm:spPr/>
      <dgm:t>
        <a:bodyPr/>
        <a:lstStyle/>
        <a:p>
          <a:endParaRPr lang="en-US"/>
        </a:p>
      </dgm:t>
    </dgm:pt>
    <dgm:pt modelId="{B310BDCF-C719-41BF-BC9B-7F50A6311671}" type="sibTrans" cxnId="{1FB63A0B-C94C-44B7-B791-784C9405A0E4}">
      <dgm:prSet/>
      <dgm:spPr/>
      <dgm:t>
        <a:bodyPr/>
        <a:lstStyle/>
        <a:p>
          <a:endParaRPr lang="en-US"/>
        </a:p>
      </dgm:t>
    </dgm:pt>
    <dgm:pt modelId="{BCD987E9-A93E-46AE-A275-508021068D8B}">
      <dgm:prSet/>
      <dgm:spPr/>
      <dgm:t>
        <a:bodyPr/>
        <a:lstStyle/>
        <a:p>
          <a:r>
            <a:rPr lang="ru-RU"/>
            <a:t>Рабочий прототип</a:t>
          </a:r>
          <a:endParaRPr lang="en-US"/>
        </a:p>
      </dgm:t>
    </dgm:pt>
    <dgm:pt modelId="{9229C039-AFE4-4CD1-A44C-9113AFB1B47F}" type="parTrans" cxnId="{FE176162-1BCD-49C7-A4F8-91373B2F3960}">
      <dgm:prSet/>
      <dgm:spPr/>
      <dgm:t>
        <a:bodyPr/>
        <a:lstStyle/>
        <a:p>
          <a:endParaRPr lang="en-US"/>
        </a:p>
      </dgm:t>
    </dgm:pt>
    <dgm:pt modelId="{EBD78651-6E6D-40C0-856B-B96B1EE8FB3E}" type="sibTrans" cxnId="{FE176162-1BCD-49C7-A4F8-91373B2F3960}">
      <dgm:prSet/>
      <dgm:spPr/>
      <dgm:t>
        <a:bodyPr/>
        <a:lstStyle/>
        <a:p>
          <a:endParaRPr lang="en-US"/>
        </a:p>
      </dgm:t>
    </dgm:pt>
    <dgm:pt modelId="{90CF4666-ECDC-47F7-9504-8400A632B673}" type="pres">
      <dgm:prSet presAssocID="{D16AF96F-BC2F-444A-B3B7-9DDEF58CAAC4}" presName="Name0" presStyleCnt="0">
        <dgm:presLayoutVars>
          <dgm:dir/>
          <dgm:animLvl val="lvl"/>
          <dgm:resizeHandles val="exact"/>
        </dgm:presLayoutVars>
      </dgm:prSet>
      <dgm:spPr/>
    </dgm:pt>
    <dgm:pt modelId="{55F1A4E4-8FD1-4B9E-B3A8-0173B28B9C64}" type="pres">
      <dgm:prSet presAssocID="{862DF0BF-8068-40F2-A0E1-F3C19801E3E2}" presName="linNode" presStyleCnt="0"/>
      <dgm:spPr/>
    </dgm:pt>
    <dgm:pt modelId="{B474E620-AE4D-4C08-A384-66D63F3CC308}" type="pres">
      <dgm:prSet presAssocID="{862DF0BF-8068-40F2-A0E1-F3C19801E3E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ED84EFD-3956-4F72-B4EC-9C5A73E6EDE8}" type="pres">
      <dgm:prSet presAssocID="{1E79BF95-EF17-41C1-B730-641790523AAA}" presName="sp" presStyleCnt="0"/>
      <dgm:spPr/>
    </dgm:pt>
    <dgm:pt modelId="{ADF34967-5D2C-48BF-8E99-8F9C9E6E8BCD}" type="pres">
      <dgm:prSet presAssocID="{E49E01B6-05E0-472F-B904-CEEDA1E4C550}" presName="linNode" presStyleCnt="0"/>
      <dgm:spPr/>
    </dgm:pt>
    <dgm:pt modelId="{88DE9C23-CA93-4A18-8399-782A3A31CF63}" type="pres">
      <dgm:prSet presAssocID="{E49E01B6-05E0-472F-B904-CEEDA1E4C55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AAC2282-9A93-4595-BFD3-C19078768CA6}" type="pres">
      <dgm:prSet presAssocID="{34EF80F7-B953-49A3-8543-13FE0B76AB4D}" presName="sp" presStyleCnt="0"/>
      <dgm:spPr/>
    </dgm:pt>
    <dgm:pt modelId="{AEF62861-80B0-4E43-B4BF-F2BC7F1B6FD0}" type="pres">
      <dgm:prSet presAssocID="{D44433F2-3529-47DE-95AE-3E1E0F906788}" presName="linNode" presStyleCnt="0"/>
      <dgm:spPr/>
    </dgm:pt>
    <dgm:pt modelId="{B59819F3-1276-446C-AE21-4C30766C057F}" type="pres">
      <dgm:prSet presAssocID="{D44433F2-3529-47DE-95AE-3E1E0F90678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4AAD4A3-7650-477A-8BF6-E3D08A9D5783}" type="pres">
      <dgm:prSet presAssocID="{B310BDCF-C719-41BF-BC9B-7F50A6311671}" presName="sp" presStyleCnt="0"/>
      <dgm:spPr/>
    </dgm:pt>
    <dgm:pt modelId="{1ACCD938-310A-4F0F-8EB1-97BC5A186B58}" type="pres">
      <dgm:prSet presAssocID="{BCD987E9-A93E-46AE-A275-508021068D8B}" presName="linNode" presStyleCnt="0"/>
      <dgm:spPr/>
    </dgm:pt>
    <dgm:pt modelId="{3FB38BF4-66F6-4C98-A13C-E5195925110C}" type="pres">
      <dgm:prSet presAssocID="{BCD987E9-A93E-46AE-A275-508021068D8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FB63A0B-C94C-44B7-B791-784C9405A0E4}" srcId="{D16AF96F-BC2F-444A-B3B7-9DDEF58CAAC4}" destId="{D44433F2-3529-47DE-95AE-3E1E0F906788}" srcOrd="2" destOrd="0" parTransId="{67038EE6-9E13-4A17-A1A5-F8C7CED1A149}" sibTransId="{B310BDCF-C719-41BF-BC9B-7F50A6311671}"/>
    <dgm:cxn modelId="{BC127720-4AEF-4A6F-BF72-6AC37B9C198A}" srcId="{D16AF96F-BC2F-444A-B3B7-9DDEF58CAAC4}" destId="{E49E01B6-05E0-472F-B904-CEEDA1E4C550}" srcOrd="1" destOrd="0" parTransId="{425DBCE9-9ED6-48BE-AB31-0B33262C4EFA}" sibTransId="{34EF80F7-B953-49A3-8543-13FE0B76AB4D}"/>
    <dgm:cxn modelId="{8BE3825E-BD21-4057-BC25-04385C2CA63E}" srcId="{D16AF96F-BC2F-444A-B3B7-9DDEF58CAAC4}" destId="{862DF0BF-8068-40F2-A0E1-F3C19801E3E2}" srcOrd="0" destOrd="0" parTransId="{54EF1918-CDF9-47C2-9DF3-F284F2DEE749}" sibTransId="{1E79BF95-EF17-41C1-B730-641790523AAA}"/>
    <dgm:cxn modelId="{FE176162-1BCD-49C7-A4F8-91373B2F3960}" srcId="{D16AF96F-BC2F-444A-B3B7-9DDEF58CAAC4}" destId="{BCD987E9-A93E-46AE-A275-508021068D8B}" srcOrd="3" destOrd="0" parTransId="{9229C039-AFE4-4CD1-A44C-9113AFB1B47F}" sibTransId="{EBD78651-6E6D-40C0-856B-B96B1EE8FB3E}"/>
    <dgm:cxn modelId="{31777866-3639-48B0-8780-FA45600F9D54}" type="presOf" srcId="{862DF0BF-8068-40F2-A0E1-F3C19801E3E2}" destId="{B474E620-AE4D-4C08-A384-66D63F3CC308}" srcOrd="0" destOrd="0" presId="urn:microsoft.com/office/officeart/2005/8/layout/vList5"/>
    <dgm:cxn modelId="{9289954C-C3A4-4822-90AA-EE34D8342EAE}" type="presOf" srcId="{BCD987E9-A93E-46AE-A275-508021068D8B}" destId="{3FB38BF4-66F6-4C98-A13C-E5195925110C}" srcOrd="0" destOrd="0" presId="urn:microsoft.com/office/officeart/2005/8/layout/vList5"/>
    <dgm:cxn modelId="{ECE54E55-A082-4446-BE1C-E9A5AA423081}" type="presOf" srcId="{E49E01B6-05E0-472F-B904-CEEDA1E4C550}" destId="{88DE9C23-CA93-4A18-8399-782A3A31CF63}" srcOrd="0" destOrd="0" presId="urn:microsoft.com/office/officeart/2005/8/layout/vList5"/>
    <dgm:cxn modelId="{F61B18BD-7865-4D7B-9EF3-A121C75F9560}" type="presOf" srcId="{D16AF96F-BC2F-444A-B3B7-9DDEF58CAAC4}" destId="{90CF4666-ECDC-47F7-9504-8400A632B673}" srcOrd="0" destOrd="0" presId="urn:microsoft.com/office/officeart/2005/8/layout/vList5"/>
    <dgm:cxn modelId="{DBB6C7EA-0F1F-42C0-B366-EDC027F2C98F}" type="presOf" srcId="{D44433F2-3529-47DE-95AE-3E1E0F906788}" destId="{B59819F3-1276-446C-AE21-4C30766C057F}" srcOrd="0" destOrd="0" presId="urn:microsoft.com/office/officeart/2005/8/layout/vList5"/>
    <dgm:cxn modelId="{DD39F9AC-D04F-49D4-B245-343AE5ED77A8}" type="presParOf" srcId="{90CF4666-ECDC-47F7-9504-8400A632B673}" destId="{55F1A4E4-8FD1-4B9E-B3A8-0173B28B9C64}" srcOrd="0" destOrd="0" presId="urn:microsoft.com/office/officeart/2005/8/layout/vList5"/>
    <dgm:cxn modelId="{F6D09A1B-CA71-4836-8532-A1DD060F524B}" type="presParOf" srcId="{55F1A4E4-8FD1-4B9E-B3A8-0173B28B9C64}" destId="{B474E620-AE4D-4C08-A384-66D63F3CC308}" srcOrd="0" destOrd="0" presId="urn:microsoft.com/office/officeart/2005/8/layout/vList5"/>
    <dgm:cxn modelId="{81EE4287-701A-4804-8D66-CBA93E7997A9}" type="presParOf" srcId="{90CF4666-ECDC-47F7-9504-8400A632B673}" destId="{CED84EFD-3956-4F72-B4EC-9C5A73E6EDE8}" srcOrd="1" destOrd="0" presId="urn:microsoft.com/office/officeart/2005/8/layout/vList5"/>
    <dgm:cxn modelId="{04A0A4BF-9DC6-4464-9FE0-7A141F92081F}" type="presParOf" srcId="{90CF4666-ECDC-47F7-9504-8400A632B673}" destId="{ADF34967-5D2C-48BF-8E99-8F9C9E6E8BCD}" srcOrd="2" destOrd="0" presId="urn:microsoft.com/office/officeart/2005/8/layout/vList5"/>
    <dgm:cxn modelId="{C42BCAD5-0D1D-4F2D-A70E-963008E409FF}" type="presParOf" srcId="{ADF34967-5D2C-48BF-8E99-8F9C9E6E8BCD}" destId="{88DE9C23-CA93-4A18-8399-782A3A31CF63}" srcOrd="0" destOrd="0" presId="urn:microsoft.com/office/officeart/2005/8/layout/vList5"/>
    <dgm:cxn modelId="{5A90EBAC-D8AB-4301-B7A5-AF669E931033}" type="presParOf" srcId="{90CF4666-ECDC-47F7-9504-8400A632B673}" destId="{CAAC2282-9A93-4595-BFD3-C19078768CA6}" srcOrd="3" destOrd="0" presId="urn:microsoft.com/office/officeart/2005/8/layout/vList5"/>
    <dgm:cxn modelId="{DFA3B134-F2C3-4F87-84D1-D562A4103879}" type="presParOf" srcId="{90CF4666-ECDC-47F7-9504-8400A632B673}" destId="{AEF62861-80B0-4E43-B4BF-F2BC7F1B6FD0}" srcOrd="4" destOrd="0" presId="urn:microsoft.com/office/officeart/2005/8/layout/vList5"/>
    <dgm:cxn modelId="{0A6D94BB-7D89-4720-A17F-B1959F6D1158}" type="presParOf" srcId="{AEF62861-80B0-4E43-B4BF-F2BC7F1B6FD0}" destId="{B59819F3-1276-446C-AE21-4C30766C057F}" srcOrd="0" destOrd="0" presId="urn:microsoft.com/office/officeart/2005/8/layout/vList5"/>
    <dgm:cxn modelId="{EB28D740-F304-47D5-AAC8-0C08990F3540}" type="presParOf" srcId="{90CF4666-ECDC-47F7-9504-8400A632B673}" destId="{94AAD4A3-7650-477A-8BF6-E3D08A9D5783}" srcOrd="5" destOrd="0" presId="urn:microsoft.com/office/officeart/2005/8/layout/vList5"/>
    <dgm:cxn modelId="{D45814C7-E84A-4D6F-84E0-3464E60F81A2}" type="presParOf" srcId="{90CF4666-ECDC-47F7-9504-8400A632B673}" destId="{1ACCD938-310A-4F0F-8EB1-97BC5A186B58}" srcOrd="6" destOrd="0" presId="urn:microsoft.com/office/officeart/2005/8/layout/vList5"/>
    <dgm:cxn modelId="{819004C1-4629-45D7-BEED-88799913EDAD}" type="presParOf" srcId="{1ACCD938-310A-4F0F-8EB1-97BC5A186B58}" destId="{3FB38BF4-66F6-4C98-A13C-E5195925110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4D569A-AF15-4194-AAB2-826B67A0E02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23D52A-D4F3-4E98-B25E-5AF6A1A649B0}">
      <dgm:prSet/>
      <dgm:spPr/>
      <dgm:t>
        <a:bodyPr/>
        <a:lstStyle/>
        <a:p>
          <a:r>
            <a:rPr lang="en-US"/>
            <a:t>Реализован прототип</a:t>
          </a:r>
        </a:p>
      </dgm:t>
    </dgm:pt>
    <dgm:pt modelId="{EE5366D1-148A-484A-9765-E239A1C66C63}" type="parTrans" cxnId="{CF58A178-F031-41A9-ACB1-82111E82EB26}">
      <dgm:prSet/>
      <dgm:spPr/>
      <dgm:t>
        <a:bodyPr/>
        <a:lstStyle/>
        <a:p>
          <a:endParaRPr lang="en-US"/>
        </a:p>
      </dgm:t>
    </dgm:pt>
    <dgm:pt modelId="{92DFB5FD-BC7D-42C7-B3F7-3E5779303EA3}" type="sibTrans" cxnId="{CF58A178-F031-41A9-ACB1-82111E82EB26}">
      <dgm:prSet/>
      <dgm:spPr/>
      <dgm:t>
        <a:bodyPr/>
        <a:lstStyle/>
        <a:p>
          <a:endParaRPr lang="en-US"/>
        </a:p>
      </dgm:t>
    </dgm:pt>
    <dgm:pt modelId="{F93E28E7-F668-4382-88F5-20ABBA87D953}">
      <dgm:prSet/>
      <dgm:spPr/>
      <dgm:t>
        <a:bodyPr/>
        <a:lstStyle/>
        <a:p>
          <a:r>
            <a:rPr lang="en-US"/>
            <a:t>Полный цикл: ввод → отчёт</a:t>
          </a:r>
        </a:p>
      </dgm:t>
    </dgm:pt>
    <dgm:pt modelId="{E9DF3943-4F55-4D6B-B422-A11AA5BDD204}" type="parTrans" cxnId="{6E16EEE4-307E-49C3-8F1C-7A85BBAAB55D}">
      <dgm:prSet/>
      <dgm:spPr/>
      <dgm:t>
        <a:bodyPr/>
        <a:lstStyle/>
        <a:p>
          <a:endParaRPr lang="en-US"/>
        </a:p>
      </dgm:t>
    </dgm:pt>
    <dgm:pt modelId="{B11FE3D3-BB91-4DEE-BCBE-6F881F6AC160}" type="sibTrans" cxnId="{6E16EEE4-307E-49C3-8F1C-7A85BBAAB55D}">
      <dgm:prSet/>
      <dgm:spPr/>
      <dgm:t>
        <a:bodyPr/>
        <a:lstStyle/>
        <a:p>
          <a:endParaRPr lang="en-US"/>
        </a:p>
      </dgm:t>
    </dgm:pt>
    <dgm:pt modelId="{55E2B78A-36AE-4ECB-91DA-C6DD30A9C380}">
      <dgm:prSet/>
      <dgm:spPr/>
      <dgm:t>
        <a:bodyPr/>
        <a:lstStyle/>
        <a:p>
          <a:r>
            <a:rPr lang="ru-RU"/>
            <a:t>Минимальное ручное</a:t>
          </a:r>
          <a:r>
            <a:rPr lang="en-US"/>
            <a:t> тестирование</a:t>
          </a:r>
        </a:p>
      </dgm:t>
    </dgm:pt>
    <dgm:pt modelId="{3236065B-CCEE-4FAB-A9D4-EDB5D82D352E}" type="parTrans" cxnId="{8642F796-3A71-4746-8EA1-A086DA0A5E9F}">
      <dgm:prSet/>
      <dgm:spPr/>
      <dgm:t>
        <a:bodyPr/>
        <a:lstStyle/>
        <a:p>
          <a:endParaRPr lang="en-US"/>
        </a:p>
      </dgm:t>
    </dgm:pt>
    <dgm:pt modelId="{9B7D81A4-C101-46DF-BDD6-9A32E5E9BB74}" type="sibTrans" cxnId="{8642F796-3A71-4746-8EA1-A086DA0A5E9F}">
      <dgm:prSet/>
      <dgm:spPr/>
      <dgm:t>
        <a:bodyPr/>
        <a:lstStyle/>
        <a:p>
          <a:endParaRPr lang="en-US"/>
        </a:p>
      </dgm:t>
    </dgm:pt>
    <dgm:pt modelId="{A115CF79-6BDE-4FBF-B666-03F1F438AC93}" type="pres">
      <dgm:prSet presAssocID="{D04D569A-AF15-4194-AAB2-826B67A0E0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89963E-E01A-4A3E-9F69-6B387D7867BF}" type="pres">
      <dgm:prSet presAssocID="{E823D52A-D4F3-4E98-B25E-5AF6A1A649B0}" presName="hierRoot1" presStyleCnt="0"/>
      <dgm:spPr/>
    </dgm:pt>
    <dgm:pt modelId="{340D4A06-7A60-4E70-A6C7-C0886764366B}" type="pres">
      <dgm:prSet presAssocID="{E823D52A-D4F3-4E98-B25E-5AF6A1A649B0}" presName="composite" presStyleCnt="0"/>
      <dgm:spPr/>
    </dgm:pt>
    <dgm:pt modelId="{2D979428-8344-4686-8EE1-C237EACA82ED}" type="pres">
      <dgm:prSet presAssocID="{E823D52A-D4F3-4E98-B25E-5AF6A1A649B0}" presName="background" presStyleLbl="node0" presStyleIdx="0" presStyleCnt="3"/>
      <dgm:spPr/>
    </dgm:pt>
    <dgm:pt modelId="{31459576-891D-4AC2-86BC-CD85D4542D75}" type="pres">
      <dgm:prSet presAssocID="{E823D52A-D4F3-4E98-B25E-5AF6A1A649B0}" presName="text" presStyleLbl="fgAcc0" presStyleIdx="0" presStyleCnt="3">
        <dgm:presLayoutVars>
          <dgm:chPref val="3"/>
        </dgm:presLayoutVars>
      </dgm:prSet>
      <dgm:spPr/>
    </dgm:pt>
    <dgm:pt modelId="{099B18B1-5807-45D3-9EEE-69BEAC795897}" type="pres">
      <dgm:prSet presAssocID="{E823D52A-D4F3-4E98-B25E-5AF6A1A649B0}" presName="hierChild2" presStyleCnt="0"/>
      <dgm:spPr/>
    </dgm:pt>
    <dgm:pt modelId="{97CD6D6D-C601-4A54-960A-732BFD15AC86}" type="pres">
      <dgm:prSet presAssocID="{F93E28E7-F668-4382-88F5-20ABBA87D953}" presName="hierRoot1" presStyleCnt="0"/>
      <dgm:spPr/>
    </dgm:pt>
    <dgm:pt modelId="{405CED73-520C-4E52-A083-A730BB0C86A1}" type="pres">
      <dgm:prSet presAssocID="{F93E28E7-F668-4382-88F5-20ABBA87D953}" presName="composite" presStyleCnt="0"/>
      <dgm:spPr/>
    </dgm:pt>
    <dgm:pt modelId="{8F116D74-081E-4B51-A8C8-3D6AA48579AF}" type="pres">
      <dgm:prSet presAssocID="{F93E28E7-F668-4382-88F5-20ABBA87D953}" presName="background" presStyleLbl="node0" presStyleIdx="1" presStyleCnt="3"/>
      <dgm:spPr/>
    </dgm:pt>
    <dgm:pt modelId="{E850FA5B-B9F2-42CD-B0C0-2C023453F8D4}" type="pres">
      <dgm:prSet presAssocID="{F93E28E7-F668-4382-88F5-20ABBA87D953}" presName="text" presStyleLbl="fgAcc0" presStyleIdx="1" presStyleCnt="3">
        <dgm:presLayoutVars>
          <dgm:chPref val="3"/>
        </dgm:presLayoutVars>
      </dgm:prSet>
      <dgm:spPr/>
    </dgm:pt>
    <dgm:pt modelId="{FF800F87-5DFA-4E55-A409-6CE479F05597}" type="pres">
      <dgm:prSet presAssocID="{F93E28E7-F668-4382-88F5-20ABBA87D953}" presName="hierChild2" presStyleCnt="0"/>
      <dgm:spPr/>
    </dgm:pt>
    <dgm:pt modelId="{6248A36E-1DE5-499F-9314-5289238F7F7F}" type="pres">
      <dgm:prSet presAssocID="{55E2B78A-36AE-4ECB-91DA-C6DD30A9C380}" presName="hierRoot1" presStyleCnt="0"/>
      <dgm:spPr/>
    </dgm:pt>
    <dgm:pt modelId="{805FA1AE-2804-4189-8CAD-99D7025FA1BA}" type="pres">
      <dgm:prSet presAssocID="{55E2B78A-36AE-4ECB-91DA-C6DD30A9C380}" presName="composite" presStyleCnt="0"/>
      <dgm:spPr/>
    </dgm:pt>
    <dgm:pt modelId="{4FEA51FD-9296-4315-B28A-173B8473D2AB}" type="pres">
      <dgm:prSet presAssocID="{55E2B78A-36AE-4ECB-91DA-C6DD30A9C380}" presName="background" presStyleLbl="node0" presStyleIdx="2" presStyleCnt="3"/>
      <dgm:spPr/>
    </dgm:pt>
    <dgm:pt modelId="{BD8842D0-4DD5-411E-99DE-2CDA6881A1F2}" type="pres">
      <dgm:prSet presAssocID="{55E2B78A-36AE-4ECB-91DA-C6DD30A9C380}" presName="text" presStyleLbl="fgAcc0" presStyleIdx="2" presStyleCnt="3">
        <dgm:presLayoutVars>
          <dgm:chPref val="3"/>
        </dgm:presLayoutVars>
      </dgm:prSet>
      <dgm:spPr/>
    </dgm:pt>
    <dgm:pt modelId="{0B7D8BAA-9DBB-4289-A514-3908BB06EAFA}" type="pres">
      <dgm:prSet presAssocID="{55E2B78A-36AE-4ECB-91DA-C6DD30A9C380}" presName="hierChild2" presStyleCnt="0"/>
      <dgm:spPr/>
    </dgm:pt>
  </dgm:ptLst>
  <dgm:cxnLst>
    <dgm:cxn modelId="{CE110042-BEE7-4DBF-96F5-E49653FF5D44}" type="presOf" srcId="{D04D569A-AF15-4194-AAB2-826B67A0E022}" destId="{A115CF79-6BDE-4FBF-B666-03F1F438AC93}" srcOrd="0" destOrd="0" presId="urn:microsoft.com/office/officeart/2005/8/layout/hierarchy1"/>
    <dgm:cxn modelId="{14799552-0194-473F-9EC5-96A206FE309C}" type="presOf" srcId="{F93E28E7-F668-4382-88F5-20ABBA87D953}" destId="{E850FA5B-B9F2-42CD-B0C0-2C023453F8D4}" srcOrd="0" destOrd="0" presId="urn:microsoft.com/office/officeart/2005/8/layout/hierarchy1"/>
    <dgm:cxn modelId="{8DBA9078-1D3F-4A88-932D-8B7D50671644}" type="presOf" srcId="{55E2B78A-36AE-4ECB-91DA-C6DD30A9C380}" destId="{BD8842D0-4DD5-411E-99DE-2CDA6881A1F2}" srcOrd="0" destOrd="0" presId="urn:microsoft.com/office/officeart/2005/8/layout/hierarchy1"/>
    <dgm:cxn modelId="{CF58A178-F031-41A9-ACB1-82111E82EB26}" srcId="{D04D569A-AF15-4194-AAB2-826B67A0E022}" destId="{E823D52A-D4F3-4E98-B25E-5AF6A1A649B0}" srcOrd="0" destOrd="0" parTransId="{EE5366D1-148A-484A-9765-E239A1C66C63}" sibTransId="{92DFB5FD-BC7D-42C7-B3F7-3E5779303EA3}"/>
    <dgm:cxn modelId="{FF6F9184-0504-4A45-81C5-53370AA8398F}" type="presOf" srcId="{E823D52A-D4F3-4E98-B25E-5AF6A1A649B0}" destId="{31459576-891D-4AC2-86BC-CD85D4542D75}" srcOrd="0" destOrd="0" presId="urn:microsoft.com/office/officeart/2005/8/layout/hierarchy1"/>
    <dgm:cxn modelId="{8642F796-3A71-4746-8EA1-A086DA0A5E9F}" srcId="{D04D569A-AF15-4194-AAB2-826B67A0E022}" destId="{55E2B78A-36AE-4ECB-91DA-C6DD30A9C380}" srcOrd="2" destOrd="0" parTransId="{3236065B-CCEE-4FAB-A9D4-EDB5D82D352E}" sibTransId="{9B7D81A4-C101-46DF-BDD6-9A32E5E9BB74}"/>
    <dgm:cxn modelId="{6E16EEE4-307E-49C3-8F1C-7A85BBAAB55D}" srcId="{D04D569A-AF15-4194-AAB2-826B67A0E022}" destId="{F93E28E7-F668-4382-88F5-20ABBA87D953}" srcOrd="1" destOrd="0" parTransId="{E9DF3943-4F55-4D6B-B422-A11AA5BDD204}" sibTransId="{B11FE3D3-BB91-4DEE-BCBE-6F881F6AC160}"/>
    <dgm:cxn modelId="{700E7E19-ECA0-42D5-97CC-FFA223383055}" type="presParOf" srcId="{A115CF79-6BDE-4FBF-B666-03F1F438AC93}" destId="{1B89963E-E01A-4A3E-9F69-6B387D7867BF}" srcOrd="0" destOrd="0" presId="urn:microsoft.com/office/officeart/2005/8/layout/hierarchy1"/>
    <dgm:cxn modelId="{592E373F-2106-4922-831D-485A1149CB4B}" type="presParOf" srcId="{1B89963E-E01A-4A3E-9F69-6B387D7867BF}" destId="{340D4A06-7A60-4E70-A6C7-C0886764366B}" srcOrd="0" destOrd="0" presId="urn:microsoft.com/office/officeart/2005/8/layout/hierarchy1"/>
    <dgm:cxn modelId="{81E1AC2F-B354-4AF4-8572-3C5149B32195}" type="presParOf" srcId="{340D4A06-7A60-4E70-A6C7-C0886764366B}" destId="{2D979428-8344-4686-8EE1-C237EACA82ED}" srcOrd="0" destOrd="0" presId="urn:microsoft.com/office/officeart/2005/8/layout/hierarchy1"/>
    <dgm:cxn modelId="{A158CC67-39DC-4600-90AC-0F0A7FAF3C12}" type="presParOf" srcId="{340D4A06-7A60-4E70-A6C7-C0886764366B}" destId="{31459576-891D-4AC2-86BC-CD85D4542D75}" srcOrd="1" destOrd="0" presId="urn:microsoft.com/office/officeart/2005/8/layout/hierarchy1"/>
    <dgm:cxn modelId="{786792C0-F657-4AA7-B923-1D29962220F6}" type="presParOf" srcId="{1B89963E-E01A-4A3E-9F69-6B387D7867BF}" destId="{099B18B1-5807-45D3-9EEE-69BEAC795897}" srcOrd="1" destOrd="0" presId="urn:microsoft.com/office/officeart/2005/8/layout/hierarchy1"/>
    <dgm:cxn modelId="{D1CEBE9C-299E-4301-880F-784E0458FFFE}" type="presParOf" srcId="{A115CF79-6BDE-4FBF-B666-03F1F438AC93}" destId="{97CD6D6D-C601-4A54-960A-732BFD15AC86}" srcOrd="1" destOrd="0" presId="urn:microsoft.com/office/officeart/2005/8/layout/hierarchy1"/>
    <dgm:cxn modelId="{EBE90791-9349-43D1-AB94-2FE7BF22699F}" type="presParOf" srcId="{97CD6D6D-C601-4A54-960A-732BFD15AC86}" destId="{405CED73-520C-4E52-A083-A730BB0C86A1}" srcOrd="0" destOrd="0" presId="urn:microsoft.com/office/officeart/2005/8/layout/hierarchy1"/>
    <dgm:cxn modelId="{AE8A1DB8-9E2F-4B8C-83E3-29CD2E8499E5}" type="presParOf" srcId="{405CED73-520C-4E52-A083-A730BB0C86A1}" destId="{8F116D74-081E-4B51-A8C8-3D6AA48579AF}" srcOrd="0" destOrd="0" presId="urn:microsoft.com/office/officeart/2005/8/layout/hierarchy1"/>
    <dgm:cxn modelId="{2539E40E-23E3-41B5-A49B-0AF0283F2C48}" type="presParOf" srcId="{405CED73-520C-4E52-A083-A730BB0C86A1}" destId="{E850FA5B-B9F2-42CD-B0C0-2C023453F8D4}" srcOrd="1" destOrd="0" presId="urn:microsoft.com/office/officeart/2005/8/layout/hierarchy1"/>
    <dgm:cxn modelId="{90E9C236-5D3B-43B5-9B29-3D43DE39599B}" type="presParOf" srcId="{97CD6D6D-C601-4A54-960A-732BFD15AC86}" destId="{FF800F87-5DFA-4E55-A409-6CE479F05597}" srcOrd="1" destOrd="0" presId="urn:microsoft.com/office/officeart/2005/8/layout/hierarchy1"/>
    <dgm:cxn modelId="{5985214E-FF1E-425C-A768-E26E0CBA8C83}" type="presParOf" srcId="{A115CF79-6BDE-4FBF-B666-03F1F438AC93}" destId="{6248A36E-1DE5-499F-9314-5289238F7F7F}" srcOrd="2" destOrd="0" presId="urn:microsoft.com/office/officeart/2005/8/layout/hierarchy1"/>
    <dgm:cxn modelId="{7E9CA749-6FBC-424E-BC7C-1B37B0BC4AE1}" type="presParOf" srcId="{6248A36E-1DE5-499F-9314-5289238F7F7F}" destId="{805FA1AE-2804-4189-8CAD-99D7025FA1BA}" srcOrd="0" destOrd="0" presId="urn:microsoft.com/office/officeart/2005/8/layout/hierarchy1"/>
    <dgm:cxn modelId="{4917F0A5-FB0C-4C9C-AAA8-8CB38E096FBD}" type="presParOf" srcId="{805FA1AE-2804-4189-8CAD-99D7025FA1BA}" destId="{4FEA51FD-9296-4315-B28A-173B8473D2AB}" srcOrd="0" destOrd="0" presId="urn:microsoft.com/office/officeart/2005/8/layout/hierarchy1"/>
    <dgm:cxn modelId="{75514B9C-95F0-457C-AB38-C9283EED9F2B}" type="presParOf" srcId="{805FA1AE-2804-4189-8CAD-99D7025FA1BA}" destId="{BD8842D0-4DD5-411E-99DE-2CDA6881A1F2}" srcOrd="1" destOrd="0" presId="urn:microsoft.com/office/officeart/2005/8/layout/hierarchy1"/>
    <dgm:cxn modelId="{D117C1CE-9075-4271-B771-BBC1D64D590A}" type="presParOf" srcId="{6248A36E-1DE5-499F-9314-5289238F7F7F}" destId="{0B7D8BAA-9DBB-4289-A514-3908BB06EAF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32DC6C-2579-4769-B236-42334AE7750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763B407-EAD6-435D-A1CD-4C24D7C088B5}">
      <dgm:prSet/>
      <dgm:spPr/>
      <dgm:t>
        <a:bodyPr/>
        <a:lstStyle/>
        <a:p>
          <a:pPr>
            <a:defRPr cap="all"/>
          </a:pPr>
          <a:r>
            <a:rPr lang="en-US"/>
            <a:t>UI/UX улучшения</a:t>
          </a:r>
        </a:p>
      </dgm:t>
    </dgm:pt>
    <dgm:pt modelId="{CE4610CB-0C8C-4B51-B428-4B3CCFD2151F}" type="parTrans" cxnId="{1E675B90-829F-43AD-AA55-1B92718D15CA}">
      <dgm:prSet/>
      <dgm:spPr/>
      <dgm:t>
        <a:bodyPr/>
        <a:lstStyle/>
        <a:p>
          <a:endParaRPr lang="en-US"/>
        </a:p>
      </dgm:t>
    </dgm:pt>
    <dgm:pt modelId="{DD91E018-8CC5-40C5-A21D-9E0A9302FCD4}" type="sibTrans" cxnId="{1E675B90-829F-43AD-AA55-1B92718D15CA}">
      <dgm:prSet/>
      <dgm:spPr/>
      <dgm:t>
        <a:bodyPr/>
        <a:lstStyle/>
        <a:p>
          <a:endParaRPr lang="en-US"/>
        </a:p>
      </dgm:t>
    </dgm:pt>
    <dgm:pt modelId="{77C80AD3-51E5-4E95-8A2E-0D44E03A496A}">
      <dgm:prSet/>
      <dgm:spPr/>
      <dgm:t>
        <a:bodyPr/>
        <a:lstStyle/>
        <a:p>
          <a:pPr>
            <a:defRPr cap="all"/>
          </a:pPr>
          <a:r>
            <a:rPr lang="en-US"/>
            <a:t>GeoJSON экспорт</a:t>
          </a:r>
        </a:p>
      </dgm:t>
    </dgm:pt>
    <dgm:pt modelId="{F1B0D40C-AA96-4D9B-BDB5-CC0AC0821E83}" type="parTrans" cxnId="{4BCDD8EA-6322-4726-83CC-5023295BC03B}">
      <dgm:prSet/>
      <dgm:spPr/>
      <dgm:t>
        <a:bodyPr/>
        <a:lstStyle/>
        <a:p>
          <a:endParaRPr lang="en-US"/>
        </a:p>
      </dgm:t>
    </dgm:pt>
    <dgm:pt modelId="{3F0E97FB-25CD-4716-B6E1-0A5D32381DE7}" type="sibTrans" cxnId="{4BCDD8EA-6322-4726-83CC-5023295BC03B}">
      <dgm:prSet/>
      <dgm:spPr/>
      <dgm:t>
        <a:bodyPr/>
        <a:lstStyle/>
        <a:p>
          <a:endParaRPr lang="en-US"/>
        </a:p>
      </dgm:t>
    </dgm:pt>
    <dgm:pt modelId="{AA98FA75-C66F-48DA-BB0F-5B6C9FC96D41}">
      <dgm:prSet/>
      <dgm:spPr/>
      <dgm:t>
        <a:bodyPr/>
        <a:lstStyle/>
        <a:p>
          <a:pPr>
            <a:defRPr cap="all"/>
          </a:pPr>
          <a:r>
            <a:rPr lang="ru-RU"/>
            <a:t>Вставка диаграммы и таблицы в отчёт</a:t>
          </a:r>
          <a:endParaRPr lang="en-US"/>
        </a:p>
      </dgm:t>
    </dgm:pt>
    <dgm:pt modelId="{6D826BEF-E9AB-4496-8F4B-C7245DD1A906}" type="parTrans" cxnId="{CC39C49D-6A17-4178-838D-EBB691A3719F}">
      <dgm:prSet/>
      <dgm:spPr/>
      <dgm:t>
        <a:bodyPr/>
        <a:lstStyle/>
        <a:p>
          <a:endParaRPr lang="en-US"/>
        </a:p>
      </dgm:t>
    </dgm:pt>
    <dgm:pt modelId="{857B88E2-0BFC-4831-8029-0B5B1E44E41F}" type="sibTrans" cxnId="{CC39C49D-6A17-4178-838D-EBB691A3719F}">
      <dgm:prSet/>
      <dgm:spPr/>
      <dgm:t>
        <a:bodyPr/>
        <a:lstStyle/>
        <a:p>
          <a:endParaRPr lang="en-US"/>
        </a:p>
      </dgm:t>
    </dgm:pt>
    <dgm:pt modelId="{2D64A967-56AB-49E1-8D29-BCAC90A8C24F}" type="pres">
      <dgm:prSet presAssocID="{F832DC6C-2579-4769-B236-42334AE7750F}" presName="root" presStyleCnt="0">
        <dgm:presLayoutVars>
          <dgm:dir/>
          <dgm:resizeHandles val="exact"/>
        </dgm:presLayoutVars>
      </dgm:prSet>
      <dgm:spPr/>
    </dgm:pt>
    <dgm:pt modelId="{A4AF3A4E-59F8-4D61-84B1-3E819618132A}" type="pres">
      <dgm:prSet presAssocID="{E763B407-EAD6-435D-A1CD-4C24D7C088B5}" presName="compNode" presStyleCnt="0"/>
      <dgm:spPr/>
    </dgm:pt>
    <dgm:pt modelId="{4F385397-B7B7-4F3C-9195-BF8595AC809B}" type="pres">
      <dgm:prSet presAssocID="{E763B407-EAD6-435D-A1CD-4C24D7C088B5}" presName="iconBgRect" presStyleLbl="bgShp" presStyleIdx="0" presStyleCnt="3"/>
      <dgm:spPr/>
    </dgm:pt>
    <dgm:pt modelId="{90369B30-14FA-4CBD-A4BC-8E2A75BCC4DF}" type="pres">
      <dgm:prSet presAssocID="{E763B407-EAD6-435D-A1CD-4C24D7C088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3B2420C-25EE-4535-91EF-388ED4AA6A9F}" type="pres">
      <dgm:prSet presAssocID="{E763B407-EAD6-435D-A1CD-4C24D7C088B5}" presName="spaceRect" presStyleCnt="0"/>
      <dgm:spPr/>
    </dgm:pt>
    <dgm:pt modelId="{4B8CBDAA-E910-4DC8-A6A4-B9D99CBDAE15}" type="pres">
      <dgm:prSet presAssocID="{E763B407-EAD6-435D-A1CD-4C24D7C088B5}" presName="textRect" presStyleLbl="revTx" presStyleIdx="0" presStyleCnt="3">
        <dgm:presLayoutVars>
          <dgm:chMax val="1"/>
          <dgm:chPref val="1"/>
        </dgm:presLayoutVars>
      </dgm:prSet>
      <dgm:spPr/>
    </dgm:pt>
    <dgm:pt modelId="{63EE9598-C8CE-4350-95B0-B1AD098DABBF}" type="pres">
      <dgm:prSet presAssocID="{DD91E018-8CC5-40C5-A21D-9E0A9302FCD4}" presName="sibTrans" presStyleCnt="0"/>
      <dgm:spPr/>
    </dgm:pt>
    <dgm:pt modelId="{EA8F3C4F-4723-4C44-947F-FD0320ECF1A9}" type="pres">
      <dgm:prSet presAssocID="{77C80AD3-51E5-4E95-8A2E-0D44E03A496A}" presName="compNode" presStyleCnt="0"/>
      <dgm:spPr/>
    </dgm:pt>
    <dgm:pt modelId="{E57A3BAA-083D-4B30-8311-28141DA0A6B7}" type="pres">
      <dgm:prSet presAssocID="{77C80AD3-51E5-4E95-8A2E-0D44E03A496A}" presName="iconBgRect" presStyleLbl="bgShp" presStyleIdx="1" presStyleCnt="3"/>
      <dgm:spPr/>
    </dgm:pt>
    <dgm:pt modelId="{065EDACF-6F2A-41BF-AD1A-3A9CB29F65B8}" type="pres">
      <dgm:prSet presAssocID="{77C80AD3-51E5-4E95-8A2E-0D44E03A49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FDA3205D-F30D-426D-B898-DA053E3E8889}" type="pres">
      <dgm:prSet presAssocID="{77C80AD3-51E5-4E95-8A2E-0D44E03A496A}" presName="spaceRect" presStyleCnt="0"/>
      <dgm:spPr/>
    </dgm:pt>
    <dgm:pt modelId="{F50FF6F0-A5A5-4E8C-8F95-632760FD523F}" type="pres">
      <dgm:prSet presAssocID="{77C80AD3-51E5-4E95-8A2E-0D44E03A496A}" presName="textRect" presStyleLbl="revTx" presStyleIdx="1" presStyleCnt="3">
        <dgm:presLayoutVars>
          <dgm:chMax val="1"/>
          <dgm:chPref val="1"/>
        </dgm:presLayoutVars>
      </dgm:prSet>
      <dgm:spPr/>
    </dgm:pt>
    <dgm:pt modelId="{05BF7B02-D985-4D60-AB08-FD2EFFE2B421}" type="pres">
      <dgm:prSet presAssocID="{3F0E97FB-25CD-4716-B6E1-0A5D32381DE7}" presName="sibTrans" presStyleCnt="0"/>
      <dgm:spPr/>
    </dgm:pt>
    <dgm:pt modelId="{EAC9D26E-59FE-48A9-9020-4ED4C97406AF}" type="pres">
      <dgm:prSet presAssocID="{AA98FA75-C66F-48DA-BB0F-5B6C9FC96D41}" presName="compNode" presStyleCnt="0"/>
      <dgm:spPr/>
    </dgm:pt>
    <dgm:pt modelId="{71A54257-2F3F-4C07-A5BE-0471B231ABBE}" type="pres">
      <dgm:prSet presAssocID="{AA98FA75-C66F-48DA-BB0F-5B6C9FC96D41}" presName="iconBgRect" presStyleLbl="bgShp" presStyleIdx="2" presStyleCnt="3"/>
      <dgm:spPr/>
    </dgm:pt>
    <dgm:pt modelId="{74BF485E-F94E-40BA-89CC-D4D62E7C5B93}" type="pres">
      <dgm:prSet presAssocID="{AA98FA75-C66F-48DA-BB0F-5B6C9FC96D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B4CF2A4-A5D1-4EBB-BF38-0136BEA68661}" type="pres">
      <dgm:prSet presAssocID="{AA98FA75-C66F-48DA-BB0F-5B6C9FC96D41}" presName="spaceRect" presStyleCnt="0"/>
      <dgm:spPr/>
    </dgm:pt>
    <dgm:pt modelId="{77A6B2E0-2F38-4033-A40C-09618C1EA75E}" type="pres">
      <dgm:prSet presAssocID="{AA98FA75-C66F-48DA-BB0F-5B6C9FC96D4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1D5283A-E8D0-4AB9-8C04-E400711C0D5A}" type="presOf" srcId="{E763B407-EAD6-435D-A1CD-4C24D7C088B5}" destId="{4B8CBDAA-E910-4DC8-A6A4-B9D99CBDAE15}" srcOrd="0" destOrd="0" presId="urn:microsoft.com/office/officeart/2018/5/layout/IconCircleLabelList"/>
    <dgm:cxn modelId="{DF16787A-7C2F-422E-9750-9D1F5043ADCE}" type="presOf" srcId="{77C80AD3-51E5-4E95-8A2E-0D44E03A496A}" destId="{F50FF6F0-A5A5-4E8C-8F95-632760FD523F}" srcOrd="0" destOrd="0" presId="urn:microsoft.com/office/officeart/2018/5/layout/IconCircleLabelList"/>
    <dgm:cxn modelId="{1E675B90-829F-43AD-AA55-1B92718D15CA}" srcId="{F832DC6C-2579-4769-B236-42334AE7750F}" destId="{E763B407-EAD6-435D-A1CD-4C24D7C088B5}" srcOrd="0" destOrd="0" parTransId="{CE4610CB-0C8C-4B51-B428-4B3CCFD2151F}" sibTransId="{DD91E018-8CC5-40C5-A21D-9E0A9302FCD4}"/>
    <dgm:cxn modelId="{CC39C49D-6A17-4178-838D-EBB691A3719F}" srcId="{F832DC6C-2579-4769-B236-42334AE7750F}" destId="{AA98FA75-C66F-48DA-BB0F-5B6C9FC96D41}" srcOrd="2" destOrd="0" parTransId="{6D826BEF-E9AB-4496-8F4B-C7245DD1A906}" sibTransId="{857B88E2-0BFC-4831-8029-0B5B1E44E41F}"/>
    <dgm:cxn modelId="{A5897CA1-192F-4C9D-A7FD-4CF9A9B38215}" type="presOf" srcId="{AA98FA75-C66F-48DA-BB0F-5B6C9FC96D41}" destId="{77A6B2E0-2F38-4033-A40C-09618C1EA75E}" srcOrd="0" destOrd="0" presId="urn:microsoft.com/office/officeart/2018/5/layout/IconCircleLabelList"/>
    <dgm:cxn modelId="{4BCDD8EA-6322-4726-83CC-5023295BC03B}" srcId="{F832DC6C-2579-4769-B236-42334AE7750F}" destId="{77C80AD3-51E5-4E95-8A2E-0D44E03A496A}" srcOrd="1" destOrd="0" parTransId="{F1B0D40C-AA96-4D9B-BDB5-CC0AC0821E83}" sibTransId="{3F0E97FB-25CD-4716-B6E1-0A5D32381DE7}"/>
    <dgm:cxn modelId="{09B161F7-8BC8-483F-9A1D-4916D1497555}" type="presOf" srcId="{F832DC6C-2579-4769-B236-42334AE7750F}" destId="{2D64A967-56AB-49E1-8D29-BCAC90A8C24F}" srcOrd="0" destOrd="0" presId="urn:microsoft.com/office/officeart/2018/5/layout/IconCircleLabelList"/>
    <dgm:cxn modelId="{684DEF51-5DF0-4B99-8654-A9E22738BEC9}" type="presParOf" srcId="{2D64A967-56AB-49E1-8D29-BCAC90A8C24F}" destId="{A4AF3A4E-59F8-4D61-84B1-3E819618132A}" srcOrd="0" destOrd="0" presId="urn:microsoft.com/office/officeart/2018/5/layout/IconCircleLabelList"/>
    <dgm:cxn modelId="{5568505A-FDCC-49FB-B876-2DCE821191DC}" type="presParOf" srcId="{A4AF3A4E-59F8-4D61-84B1-3E819618132A}" destId="{4F385397-B7B7-4F3C-9195-BF8595AC809B}" srcOrd="0" destOrd="0" presId="urn:microsoft.com/office/officeart/2018/5/layout/IconCircleLabelList"/>
    <dgm:cxn modelId="{6B9BBF60-13E3-46A6-8809-D17A4A9F6144}" type="presParOf" srcId="{A4AF3A4E-59F8-4D61-84B1-3E819618132A}" destId="{90369B30-14FA-4CBD-A4BC-8E2A75BCC4DF}" srcOrd="1" destOrd="0" presId="urn:microsoft.com/office/officeart/2018/5/layout/IconCircleLabelList"/>
    <dgm:cxn modelId="{B94E78D6-78D1-4B97-96D7-EE6C32D9DEB6}" type="presParOf" srcId="{A4AF3A4E-59F8-4D61-84B1-3E819618132A}" destId="{63B2420C-25EE-4535-91EF-388ED4AA6A9F}" srcOrd="2" destOrd="0" presId="urn:microsoft.com/office/officeart/2018/5/layout/IconCircleLabelList"/>
    <dgm:cxn modelId="{2F1A916E-0F5A-4076-A6BD-96C5ED8BC9DF}" type="presParOf" srcId="{A4AF3A4E-59F8-4D61-84B1-3E819618132A}" destId="{4B8CBDAA-E910-4DC8-A6A4-B9D99CBDAE15}" srcOrd="3" destOrd="0" presId="urn:microsoft.com/office/officeart/2018/5/layout/IconCircleLabelList"/>
    <dgm:cxn modelId="{52B5FC10-791D-4990-9D36-1DC004CCC852}" type="presParOf" srcId="{2D64A967-56AB-49E1-8D29-BCAC90A8C24F}" destId="{63EE9598-C8CE-4350-95B0-B1AD098DABBF}" srcOrd="1" destOrd="0" presId="urn:microsoft.com/office/officeart/2018/5/layout/IconCircleLabelList"/>
    <dgm:cxn modelId="{0B9B668E-23AB-4815-A1C9-5442A6B979CC}" type="presParOf" srcId="{2D64A967-56AB-49E1-8D29-BCAC90A8C24F}" destId="{EA8F3C4F-4723-4C44-947F-FD0320ECF1A9}" srcOrd="2" destOrd="0" presId="urn:microsoft.com/office/officeart/2018/5/layout/IconCircleLabelList"/>
    <dgm:cxn modelId="{BA5F4544-5524-4F39-ABD8-6A11309C0D7F}" type="presParOf" srcId="{EA8F3C4F-4723-4C44-947F-FD0320ECF1A9}" destId="{E57A3BAA-083D-4B30-8311-28141DA0A6B7}" srcOrd="0" destOrd="0" presId="urn:microsoft.com/office/officeart/2018/5/layout/IconCircleLabelList"/>
    <dgm:cxn modelId="{A47D8F59-E240-4C72-B23F-BD85E08942AA}" type="presParOf" srcId="{EA8F3C4F-4723-4C44-947F-FD0320ECF1A9}" destId="{065EDACF-6F2A-41BF-AD1A-3A9CB29F65B8}" srcOrd="1" destOrd="0" presId="urn:microsoft.com/office/officeart/2018/5/layout/IconCircleLabelList"/>
    <dgm:cxn modelId="{E49FB964-DC0E-4C8F-8BAF-7D1C22325270}" type="presParOf" srcId="{EA8F3C4F-4723-4C44-947F-FD0320ECF1A9}" destId="{FDA3205D-F30D-426D-B898-DA053E3E8889}" srcOrd="2" destOrd="0" presId="urn:microsoft.com/office/officeart/2018/5/layout/IconCircleLabelList"/>
    <dgm:cxn modelId="{F6FC7163-EB87-4B17-9A8F-920275FB07CA}" type="presParOf" srcId="{EA8F3C4F-4723-4C44-947F-FD0320ECF1A9}" destId="{F50FF6F0-A5A5-4E8C-8F95-632760FD523F}" srcOrd="3" destOrd="0" presId="urn:microsoft.com/office/officeart/2018/5/layout/IconCircleLabelList"/>
    <dgm:cxn modelId="{C1FAB95A-97AF-47DB-A9A6-E7536B929BB4}" type="presParOf" srcId="{2D64A967-56AB-49E1-8D29-BCAC90A8C24F}" destId="{05BF7B02-D985-4D60-AB08-FD2EFFE2B421}" srcOrd="3" destOrd="0" presId="urn:microsoft.com/office/officeart/2018/5/layout/IconCircleLabelList"/>
    <dgm:cxn modelId="{0A32B84F-973A-4F17-B739-A37CB49185AA}" type="presParOf" srcId="{2D64A967-56AB-49E1-8D29-BCAC90A8C24F}" destId="{EAC9D26E-59FE-48A9-9020-4ED4C97406AF}" srcOrd="4" destOrd="0" presId="urn:microsoft.com/office/officeart/2018/5/layout/IconCircleLabelList"/>
    <dgm:cxn modelId="{B68A5164-9877-45E8-9FD2-70C84A2D2FB7}" type="presParOf" srcId="{EAC9D26E-59FE-48A9-9020-4ED4C97406AF}" destId="{71A54257-2F3F-4C07-A5BE-0471B231ABBE}" srcOrd="0" destOrd="0" presId="urn:microsoft.com/office/officeart/2018/5/layout/IconCircleLabelList"/>
    <dgm:cxn modelId="{6001F543-9245-4DAC-9A42-7C652BEF19DA}" type="presParOf" srcId="{EAC9D26E-59FE-48A9-9020-4ED4C97406AF}" destId="{74BF485E-F94E-40BA-89CC-D4D62E7C5B93}" srcOrd="1" destOrd="0" presId="urn:microsoft.com/office/officeart/2018/5/layout/IconCircleLabelList"/>
    <dgm:cxn modelId="{A3366BFD-EE25-4B3C-85C2-84CD61C29D1A}" type="presParOf" srcId="{EAC9D26E-59FE-48A9-9020-4ED4C97406AF}" destId="{3B4CF2A4-A5D1-4EBB-BF38-0136BEA68661}" srcOrd="2" destOrd="0" presId="urn:microsoft.com/office/officeart/2018/5/layout/IconCircleLabelList"/>
    <dgm:cxn modelId="{246328BD-A149-41F9-B778-9AF85B0E7ABA}" type="presParOf" srcId="{EAC9D26E-59FE-48A9-9020-4ED4C97406AF}" destId="{77A6B2E0-2F38-4033-A40C-09618C1EA75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4E620-AE4D-4C08-A384-66D63F3CC308}">
      <dsp:nvSpPr>
        <dsp:cNvPr id="0" name=""/>
        <dsp:cNvSpPr/>
      </dsp:nvSpPr>
      <dsp:spPr>
        <a:xfrm>
          <a:off x="2622678" y="1846"/>
          <a:ext cx="2950513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Генерация отчёта</a:t>
          </a:r>
          <a:endParaRPr lang="en-US" sz="2500" kern="1200" dirty="0"/>
        </a:p>
      </dsp:txBody>
      <dsp:txXfrm>
        <a:off x="2666033" y="45201"/>
        <a:ext cx="2863803" cy="801413"/>
      </dsp:txXfrm>
    </dsp:sp>
    <dsp:sp modelId="{88DE9C23-CA93-4A18-8399-782A3A31CF63}">
      <dsp:nvSpPr>
        <dsp:cNvPr id="0" name=""/>
        <dsp:cNvSpPr/>
      </dsp:nvSpPr>
      <dsp:spPr>
        <a:xfrm>
          <a:off x="2622678" y="934376"/>
          <a:ext cx="2950513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Структура документа</a:t>
          </a:r>
          <a:endParaRPr lang="en-US" sz="2500" kern="1200" dirty="0"/>
        </a:p>
      </dsp:txBody>
      <dsp:txXfrm>
        <a:off x="2666033" y="977731"/>
        <a:ext cx="2863803" cy="801413"/>
      </dsp:txXfrm>
    </dsp:sp>
    <dsp:sp modelId="{B59819F3-1276-446C-AE21-4C30766C057F}">
      <dsp:nvSpPr>
        <dsp:cNvPr id="0" name=""/>
        <dsp:cNvSpPr/>
      </dsp:nvSpPr>
      <dsp:spPr>
        <a:xfrm>
          <a:off x="2622678" y="1866905"/>
          <a:ext cx="2950513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Web-интерфейс</a:t>
          </a:r>
          <a:endParaRPr lang="en-US" sz="2500" kern="1200"/>
        </a:p>
      </dsp:txBody>
      <dsp:txXfrm>
        <a:off x="2666033" y="1910260"/>
        <a:ext cx="2863803" cy="801413"/>
      </dsp:txXfrm>
    </dsp:sp>
    <dsp:sp modelId="{3FB38BF4-66F6-4C98-A13C-E5195925110C}">
      <dsp:nvSpPr>
        <dsp:cNvPr id="0" name=""/>
        <dsp:cNvSpPr/>
      </dsp:nvSpPr>
      <dsp:spPr>
        <a:xfrm>
          <a:off x="2622678" y="2799435"/>
          <a:ext cx="2950513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Рабочий прототип</a:t>
          </a:r>
          <a:endParaRPr lang="en-US" sz="2500" kern="1200"/>
        </a:p>
      </dsp:txBody>
      <dsp:txXfrm>
        <a:off x="2666033" y="2842790"/>
        <a:ext cx="2863803" cy="801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79428-8344-4686-8EE1-C237EACA82ED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59576-891D-4AC2-86BC-CD85D4542D7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Реализован прототип</a:t>
          </a:r>
        </a:p>
      </dsp:txBody>
      <dsp:txXfrm>
        <a:off x="298991" y="1277365"/>
        <a:ext cx="2219346" cy="1377989"/>
      </dsp:txXfrm>
    </dsp:sp>
    <dsp:sp modelId="{8F116D74-081E-4B51-A8C8-3D6AA48579AF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0FA5B-B9F2-42CD-B0C0-2C023453F8D4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Полный цикл: ввод → отчёт</a:t>
          </a:r>
        </a:p>
      </dsp:txBody>
      <dsp:txXfrm>
        <a:off x="3116322" y="1277365"/>
        <a:ext cx="2219346" cy="1377989"/>
      </dsp:txXfrm>
    </dsp:sp>
    <dsp:sp modelId="{4FEA51FD-9296-4315-B28A-173B8473D2AB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842D0-4DD5-411E-99DE-2CDA6881A1F2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Минимальное ручное</a:t>
          </a:r>
          <a:r>
            <a:rPr lang="en-US" sz="2500" kern="1200"/>
            <a:t> тестирование</a:t>
          </a:r>
        </a:p>
      </dsp:txBody>
      <dsp:txXfrm>
        <a:off x="5933653" y="1277365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85397-B7B7-4F3C-9195-BF8595AC809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69B30-14FA-4CBD-A4BC-8E2A75BCC4D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CBDAA-E910-4DC8-A6A4-B9D99CBDAE15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UI/UX улучшения</a:t>
          </a:r>
        </a:p>
      </dsp:txBody>
      <dsp:txXfrm>
        <a:off x="46529" y="2703902"/>
        <a:ext cx="2418750" cy="720000"/>
      </dsp:txXfrm>
    </dsp:sp>
    <dsp:sp modelId="{E57A3BAA-083D-4B30-8311-28141DA0A6B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EDACF-6F2A-41BF-AD1A-3A9CB29F65B8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FF6F0-A5A5-4E8C-8F95-632760FD523F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GeoJSON экспорт</a:t>
          </a:r>
        </a:p>
      </dsp:txBody>
      <dsp:txXfrm>
        <a:off x="2888560" y="2703902"/>
        <a:ext cx="2418750" cy="720000"/>
      </dsp:txXfrm>
    </dsp:sp>
    <dsp:sp modelId="{71A54257-2F3F-4C07-A5BE-0471B231ABBE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F485E-F94E-40BA-89CC-D4D62E7C5B93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6B2E0-2F38-4033-A40C-09618C1EA75E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900" kern="1200"/>
            <a:t>Вставка диаграммы и таблицы в отчёт</a:t>
          </a:r>
          <a:endParaRPr lang="en-US" sz="1900" kern="1200"/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 err="1">
                <a:solidFill>
                  <a:srgbClr val="FFFFFF"/>
                </a:solidFill>
              </a:rPr>
              <a:t>EcoReport</a:t>
            </a:r>
            <a:r>
              <a:rPr lang="en-US" sz="3500" dirty="0">
                <a:solidFill>
                  <a:srgbClr val="FFFFFF"/>
                </a:solidFill>
              </a:rPr>
              <a:t> — </a:t>
            </a:r>
            <a:r>
              <a:rPr lang="ru-RU" sz="3500" dirty="0">
                <a:solidFill>
                  <a:srgbClr val="FFFFFF"/>
                </a:solidFill>
              </a:rPr>
              <a:t>Итерация №2</a:t>
            </a:r>
            <a:br>
              <a:rPr lang="ru-RU" sz="3500" dirty="0">
                <a:solidFill>
                  <a:srgbClr val="FFFFFF"/>
                </a:solidFill>
              </a:rPr>
            </a:br>
            <a:r>
              <a:rPr lang="ru-RU" sz="3500" dirty="0">
                <a:solidFill>
                  <a:srgbClr val="FFFFFF"/>
                </a:solidFill>
              </a:rPr>
              <a:t>Цели: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CCD9F6-E29E-F9A0-2C53-95E1758BA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3290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ru-RU" sz="3500" dirty="0">
                <a:solidFill>
                  <a:srgbClr val="FFFFFF"/>
                </a:solidFill>
              </a:rPr>
              <a:t>Общий результат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CDCE48-1881-FCAD-9734-51D4FF7DF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01272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6D0FC-7078-891F-3745-71BAA3B5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0ED657-44A6-1037-1769-D91BBC968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3E6A2-A964-6473-EDEC-8C5F9B3D9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E2FF1C-644D-6D74-AFE0-BD31074F6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82E802-F80D-1436-5E97-2F47A153D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45BA4-6820-F324-FCB7-185C266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ru-RU" sz="3500" dirty="0">
                <a:solidFill>
                  <a:srgbClr val="FFFFFF"/>
                </a:solidFill>
              </a:rPr>
              <a:t>Интерфейс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EE3BF3-8FE9-5077-FCAB-614426468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72" y="2223369"/>
            <a:ext cx="8229600" cy="4525963"/>
          </a:xfrm>
        </p:spPr>
        <p:txBody>
          <a:bodyPr/>
          <a:lstStyle/>
          <a:p>
            <a:r>
              <a:rPr lang="ru-RU" dirty="0"/>
              <a:t>Форма ввода и импорт данных</a:t>
            </a:r>
          </a:p>
          <a:p>
            <a:r>
              <a:rPr lang="ru-RU" dirty="0"/>
              <a:t>Информация об организации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AB6B37-8120-4999-9506-41604BDB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07303"/>
            <a:ext cx="9144000" cy="310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4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ГОСТы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Выбор нормативных документов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8BE063-3794-60C9-D906-9DBE246F3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2197130"/>
            <a:ext cx="8495662" cy="1231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Карта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Ввод координат и визуализация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9BA9CE-1EA2-9427-6EEF-F47D8213D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280849"/>
            <a:ext cx="8495662" cy="3823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Параметры среды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Рельеф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почва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климат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грунтовые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воды</a:t>
            </a: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60A006-62EA-2FDC-3727-06BF583C0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38" y="1966293"/>
            <a:ext cx="7066921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26D3F-B76F-BCC3-84C1-03E7F050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2935B1-9860-A579-CBF2-4C68B1B1E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601A8-F145-B5CF-3314-0CA7C30FA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8CC96-2AB0-1FA5-7182-B8D27263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6F5C7-10A2-EC8C-FF0F-15CEA450B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A8C6B-D815-1CB3-1D4F-0238F1E8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ru-RU" sz="3600" dirty="0">
                <a:solidFill>
                  <a:schemeClr val="bg1"/>
                </a:solidFill>
              </a:rPr>
              <a:t>Анализы и динамика наблюдений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DA07-108E-62FC-81FD-07063076F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pH, железо, марганец, нитраты, сульфаты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Отслеживание показателей во времени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BA3362-317F-74FA-8F2C-24984DCE2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361096"/>
            <a:ext cx="9144000" cy="33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2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Контакты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Информация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о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составителе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отчёта</a:t>
            </a: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42419E-9ABD-642F-523C-E37B0D85B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859341"/>
            <a:ext cx="9144000" cy="20065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7E83AE5-B3B4-B1F5-7889-9B4E8C7BA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708" y="-34189"/>
            <a:ext cx="9181708" cy="1589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79388"/>
            <a:ext cx="3943350" cy="3044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ru-RU" dirty="0">
                <a:solidFill>
                  <a:srgbClr val="FFFFFF"/>
                </a:solidFill>
              </a:rPr>
              <a:t>Генерация отчёта</a:t>
            </a:r>
            <a:endParaRPr lang="en-US" sz="4200" dirty="0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F741FCEC-8684-E062-5D5C-3EC34104EFC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0613" y="30163"/>
            <a:ext cx="2973387" cy="1374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ru-RU" sz="1700" dirty="0">
                <a:solidFill>
                  <a:srgbClr val="FFFFFF"/>
                </a:solidFill>
              </a:rPr>
              <a:t>Модуль генерации отчёта реализован</a:t>
            </a:r>
            <a:endParaRPr lang="en-US" sz="1700" dirty="0">
              <a:solidFill>
                <a:srgbClr val="FFFFFF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A72019-0F6D-517B-5A5B-A742FCFD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947" y="1664311"/>
            <a:ext cx="4233053" cy="13334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F72311-E490-046D-602A-677EA1729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000" y="3358757"/>
            <a:ext cx="3763965" cy="183493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2D9802-3B15-F671-5C49-8D4F09A09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01" y="1692592"/>
            <a:ext cx="4720050" cy="13334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DFCA77-5E77-2006-299D-7A97DE5D8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0" y="3301402"/>
            <a:ext cx="4518730" cy="21802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ru-RU" sz="3500" dirty="0">
                <a:solidFill>
                  <a:srgbClr val="FFFFFF"/>
                </a:solidFill>
              </a:rPr>
              <a:t>Планы на следующую итерацию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946981-C459-7B76-191E-CC5577775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897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100</Words>
  <Application>Microsoft Office PowerPoint</Application>
  <PresentationFormat>Экран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EcoReport — Итерация №2 Цели:</vt:lpstr>
      <vt:lpstr>Общий результат</vt:lpstr>
      <vt:lpstr>Интерфейс</vt:lpstr>
      <vt:lpstr>ГОСТы</vt:lpstr>
      <vt:lpstr>Карта</vt:lpstr>
      <vt:lpstr>Параметры среды</vt:lpstr>
      <vt:lpstr>Анализы и динамика наблюдений</vt:lpstr>
      <vt:lpstr>Контакты</vt:lpstr>
      <vt:lpstr>Генерация отчёта</vt:lpstr>
      <vt:lpstr>Планы на следующую итерацию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Игорь Тимофеев</dc:creator>
  <cp:keywords/>
  <dc:description>generated using python-pptx</dc:description>
  <cp:lastModifiedBy>Игорь Тимофеев</cp:lastModifiedBy>
  <cp:revision>3</cp:revision>
  <dcterms:created xsi:type="dcterms:W3CDTF">2013-01-27T09:14:16Z</dcterms:created>
  <dcterms:modified xsi:type="dcterms:W3CDTF">2026-03-24T18:52:54Z</dcterms:modified>
  <cp:category/>
</cp:coreProperties>
</file>