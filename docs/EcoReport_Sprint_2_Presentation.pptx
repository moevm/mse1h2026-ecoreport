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9" r:id="rId3"/>
    <p:sldId id="271" r:id="rId4"/>
    <p:sldId id="261" r:id="rId5"/>
    <p:sldId id="262" r:id="rId6"/>
    <p:sldId id="263" r:id="rId7"/>
    <p:sldId id="272" r:id="rId8"/>
    <p:sldId id="266" r:id="rId9"/>
    <p:sldId id="267" r:id="rId10"/>
    <p:sldId id="269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6" d="100"/>
          <a:sy n="106" d="100"/>
        </p:scale>
        <p:origin x="176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svg"/><Relationship Id="rId1" Type="http://schemas.openxmlformats.org/officeDocument/2006/relationships/image" Target="../media/image12.png"/><Relationship Id="rId6" Type="http://schemas.openxmlformats.org/officeDocument/2006/relationships/image" Target="../media/image17.svg"/><Relationship Id="rId5" Type="http://schemas.openxmlformats.org/officeDocument/2006/relationships/image" Target="../media/image16.png"/><Relationship Id="rId4" Type="http://schemas.openxmlformats.org/officeDocument/2006/relationships/image" Target="../media/image15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svg"/><Relationship Id="rId1" Type="http://schemas.openxmlformats.org/officeDocument/2006/relationships/image" Target="../media/image12.png"/><Relationship Id="rId6" Type="http://schemas.openxmlformats.org/officeDocument/2006/relationships/image" Target="../media/image17.svg"/><Relationship Id="rId5" Type="http://schemas.openxmlformats.org/officeDocument/2006/relationships/image" Target="../media/image16.png"/><Relationship Id="rId4" Type="http://schemas.openxmlformats.org/officeDocument/2006/relationships/image" Target="../media/image1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5_2">
  <dgm:title val=""/>
  <dgm:desc val=""/>
  <dgm:catLst>
    <dgm:cat type="accent5" pri="11200"/>
  </dgm:catLst>
  <dgm:styleLbl name="node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ln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8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16AF96F-BC2F-444A-B3B7-9DDEF58CAAC4}" type="doc">
      <dgm:prSet loTypeId="urn:microsoft.com/office/officeart/2005/8/layout/vList5" loCatId="list" qsTypeId="urn:microsoft.com/office/officeart/2005/8/quickstyle/simple1" qsCatId="simple" csTypeId="urn:microsoft.com/office/officeart/2005/8/colors/accent5_2" csCatId="accent5"/>
      <dgm:spPr/>
      <dgm:t>
        <a:bodyPr/>
        <a:lstStyle/>
        <a:p>
          <a:endParaRPr lang="en-US"/>
        </a:p>
      </dgm:t>
    </dgm:pt>
    <dgm:pt modelId="{862DF0BF-8068-40F2-A0E1-F3C19801E3E2}">
      <dgm:prSet/>
      <dgm:spPr/>
      <dgm:t>
        <a:bodyPr/>
        <a:lstStyle/>
        <a:p>
          <a:r>
            <a:rPr lang="ru-RU" dirty="0"/>
            <a:t>Генерация отчёта</a:t>
          </a:r>
          <a:endParaRPr lang="en-US" dirty="0"/>
        </a:p>
      </dgm:t>
    </dgm:pt>
    <dgm:pt modelId="{54EF1918-CDF9-47C2-9DF3-F284F2DEE749}" type="parTrans" cxnId="{8BE3825E-BD21-4057-BC25-04385C2CA63E}">
      <dgm:prSet/>
      <dgm:spPr/>
      <dgm:t>
        <a:bodyPr/>
        <a:lstStyle/>
        <a:p>
          <a:endParaRPr lang="en-US"/>
        </a:p>
      </dgm:t>
    </dgm:pt>
    <dgm:pt modelId="{1E79BF95-EF17-41C1-B730-641790523AAA}" type="sibTrans" cxnId="{8BE3825E-BD21-4057-BC25-04385C2CA63E}">
      <dgm:prSet/>
      <dgm:spPr/>
      <dgm:t>
        <a:bodyPr/>
        <a:lstStyle/>
        <a:p>
          <a:endParaRPr lang="en-US"/>
        </a:p>
      </dgm:t>
    </dgm:pt>
    <dgm:pt modelId="{E49E01B6-05E0-472F-B904-CEEDA1E4C550}">
      <dgm:prSet/>
      <dgm:spPr/>
      <dgm:t>
        <a:bodyPr/>
        <a:lstStyle/>
        <a:p>
          <a:r>
            <a:rPr lang="ru-RU" dirty="0"/>
            <a:t>Структура документа</a:t>
          </a:r>
          <a:endParaRPr lang="en-US" dirty="0"/>
        </a:p>
      </dgm:t>
    </dgm:pt>
    <dgm:pt modelId="{425DBCE9-9ED6-48BE-AB31-0B33262C4EFA}" type="parTrans" cxnId="{BC127720-4AEF-4A6F-BF72-6AC37B9C198A}">
      <dgm:prSet/>
      <dgm:spPr/>
      <dgm:t>
        <a:bodyPr/>
        <a:lstStyle/>
        <a:p>
          <a:endParaRPr lang="en-US"/>
        </a:p>
      </dgm:t>
    </dgm:pt>
    <dgm:pt modelId="{34EF80F7-B953-49A3-8543-13FE0B76AB4D}" type="sibTrans" cxnId="{BC127720-4AEF-4A6F-BF72-6AC37B9C198A}">
      <dgm:prSet/>
      <dgm:spPr/>
      <dgm:t>
        <a:bodyPr/>
        <a:lstStyle/>
        <a:p>
          <a:endParaRPr lang="en-US"/>
        </a:p>
      </dgm:t>
    </dgm:pt>
    <dgm:pt modelId="{D44433F2-3529-47DE-95AE-3E1E0F906788}">
      <dgm:prSet/>
      <dgm:spPr/>
      <dgm:t>
        <a:bodyPr/>
        <a:lstStyle/>
        <a:p>
          <a:r>
            <a:rPr lang="ru-RU"/>
            <a:t>Web-интерфейс</a:t>
          </a:r>
          <a:endParaRPr lang="en-US"/>
        </a:p>
      </dgm:t>
    </dgm:pt>
    <dgm:pt modelId="{67038EE6-9E13-4A17-A1A5-F8C7CED1A149}" type="parTrans" cxnId="{1FB63A0B-C94C-44B7-B791-784C9405A0E4}">
      <dgm:prSet/>
      <dgm:spPr/>
      <dgm:t>
        <a:bodyPr/>
        <a:lstStyle/>
        <a:p>
          <a:endParaRPr lang="en-US"/>
        </a:p>
      </dgm:t>
    </dgm:pt>
    <dgm:pt modelId="{B310BDCF-C719-41BF-BC9B-7F50A6311671}" type="sibTrans" cxnId="{1FB63A0B-C94C-44B7-B791-784C9405A0E4}">
      <dgm:prSet/>
      <dgm:spPr/>
      <dgm:t>
        <a:bodyPr/>
        <a:lstStyle/>
        <a:p>
          <a:endParaRPr lang="en-US"/>
        </a:p>
      </dgm:t>
    </dgm:pt>
    <dgm:pt modelId="{BCD987E9-A93E-46AE-A275-508021068D8B}">
      <dgm:prSet/>
      <dgm:spPr/>
      <dgm:t>
        <a:bodyPr/>
        <a:lstStyle/>
        <a:p>
          <a:r>
            <a:rPr lang="ru-RU"/>
            <a:t>Рабочий прототип</a:t>
          </a:r>
          <a:endParaRPr lang="en-US"/>
        </a:p>
      </dgm:t>
    </dgm:pt>
    <dgm:pt modelId="{9229C039-AFE4-4CD1-A44C-9113AFB1B47F}" type="parTrans" cxnId="{FE176162-1BCD-49C7-A4F8-91373B2F3960}">
      <dgm:prSet/>
      <dgm:spPr/>
      <dgm:t>
        <a:bodyPr/>
        <a:lstStyle/>
        <a:p>
          <a:endParaRPr lang="en-US"/>
        </a:p>
      </dgm:t>
    </dgm:pt>
    <dgm:pt modelId="{EBD78651-6E6D-40C0-856B-B96B1EE8FB3E}" type="sibTrans" cxnId="{FE176162-1BCD-49C7-A4F8-91373B2F3960}">
      <dgm:prSet/>
      <dgm:spPr/>
      <dgm:t>
        <a:bodyPr/>
        <a:lstStyle/>
        <a:p>
          <a:endParaRPr lang="en-US"/>
        </a:p>
      </dgm:t>
    </dgm:pt>
    <dgm:pt modelId="{90CF4666-ECDC-47F7-9504-8400A632B673}" type="pres">
      <dgm:prSet presAssocID="{D16AF96F-BC2F-444A-B3B7-9DDEF58CAAC4}" presName="Name0" presStyleCnt="0">
        <dgm:presLayoutVars>
          <dgm:dir/>
          <dgm:animLvl val="lvl"/>
          <dgm:resizeHandles val="exact"/>
        </dgm:presLayoutVars>
      </dgm:prSet>
      <dgm:spPr/>
    </dgm:pt>
    <dgm:pt modelId="{55F1A4E4-8FD1-4B9E-B3A8-0173B28B9C64}" type="pres">
      <dgm:prSet presAssocID="{862DF0BF-8068-40F2-A0E1-F3C19801E3E2}" presName="linNode" presStyleCnt="0"/>
      <dgm:spPr/>
    </dgm:pt>
    <dgm:pt modelId="{B474E620-AE4D-4C08-A384-66D63F3CC308}" type="pres">
      <dgm:prSet presAssocID="{862DF0BF-8068-40F2-A0E1-F3C19801E3E2}" presName="parentText" presStyleLbl="node1" presStyleIdx="0" presStyleCnt="4">
        <dgm:presLayoutVars>
          <dgm:chMax val="1"/>
          <dgm:bulletEnabled val="1"/>
        </dgm:presLayoutVars>
      </dgm:prSet>
      <dgm:spPr/>
    </dgm:pt>
    <dgm:pt modelId="{CED84EFD-3956-4F72-B4EC-9C5A73E6EDE8}" type="pres">
      <dgm:prSet presAssocID="{1E79BF95-EF17-41C1-B730-641790523AAA}" presName="sp" presStyleCnt="0"/>
      <dgm:spPr/>
    </dgm:pt>
    <dgm:pt modelId="{ADF34967-5D2C-48BF-8E99-8F9C9E6E8BCD}" type="pres">
      <dgm:prSet presAssocID="{E49E01B6-05E0-472F-B904-CEEDA1E4C550}" presName="linNode" presStyleCnt="0"/>
      <dgm:spPr/>
    </dgm:pt>
    <dgm:pt modelId="{88DE9C23-CA93-4A18-8399-782A3A31CF63}" type="pres">
      <dgm:prSet presAssocID="{E49E01B6-05E0-472F-B904-CEEDA1E4C550}" presName="parentText" presStyleLbl="node1" presStyleIdx="1" presStyleCnt="4">
        <dgm:presLayoutVars>
          <dgm:chMax val="1"/>
          <dgm:bulletEnabled val="1"/>
        </dgm:presLayoutVars>
      </dgm:prSet>
      <dgm:spPr/>
    </dgm:pt>
    <dgm:pt modelId="{CAAC2282-9A93-4595-BFD3-C19078768CA6}" type="pres">
      <dgm:prSet presAssocID="{34EF80F7-B953-49A3-8543-13FE0B76AB4D}" presName="sp" presStyleCnt="0"/>
      <dgm:spPr/>
    </dgm:pt>
    <dgm:pt modelId="{AEF62861-80B0-4E43-B4BF-F2BC7F1B6FD0}" type="pres">
      <dgm:prSet presAssocID="{D44433F2-3529-47DE-95AE-3E1E0F906788}" presName="linNode" presStyleCnt="0"/>
      <dgm:spPr/>
    </dgm:pt>
    <dgm:pt modelId="{B59819F3-1276-446C-AE21-4C30766C057F}" type="pres">
      <dgm:prSet presAssocID="{D44433F2-3529-47DE-95AE-3E1E0F906788}" presName="parentText" presStyleLbl="node1" presStyleIdx="2" presStyleCnt="4">
        <dgm:presLayoutVars>
          <dgm:chMax val="1"/>
          <dgm:bulletEnabled val="1"/>
        </dgm:presLayoutVars>
      </dgm:prSet>
      <dgm:spPr/>
    </dgm:pt>
    <dgm:pt modelId="{94AAD4A3-7650-477A-8BF6-E3D08A9D5783}" type="pres">
      <dgm:prSet presAssocID="{B310BDCF-C719-41BF-BC9B-7F50A6311671}" presName="sp" presStyleCnt="0"/>
      <dgm:spPr/>
    </dgm:pt>
    <dgm:pt modelId="{1ACCD938-310A-4F0F-8EB1-97BC5A186B58}" type="pres">
      <dgm:prSet presAssocID="{BCD987E9-A93E-46AE-A275-508021068D8B}" presName="linNode" presStyleCnt="0"/>
      <dgm:spPr/>
    </dgm:pt>
    <dgm:pt modelId="{3FB38BF4-66F6-4C98-A13C-E5195925110C}" type="pres">
      <dgm:prSet presAssocID="{BCD987E9-A93E-46AE-A275-508021068D8B}" presName="parentText" presStyleLbl="node1" presStyleIdx="3" presStyleCnt="4">
        <dgm:presLayoutVars>
          <dgm:chMax val="1"/>
          <dgm:bulletEnabled val="1"/>
        </dgm:presLayoutVars>
      </dgm:prSet>
      <dgm:spPr/>
    </dgm:pt>
  </dgm:ptLst>
  <dgm:cxnLst>
    <dgm:cxn modelId="{1FB63A0B-C94C-44B7-B791-784C9405A0E4}" srcId="{D16AF96F-BC2F-444A-B3B7-9DDEF58CAAC4}" destId="{D44433F2-3529-47DE-95AE-3E1E0F906788}" srcOrd="2" destOrd="0" parTransId="{67038EE6-9E13-4A17-A1A5-F8C7CED1A149}" sibTransId="{B310BDCF-C719-41BF-BC9B-7F50A6311671}"/>
    <dgm:cxn modelId="{BC127720-4AEF-4A6F-BF72-6AC37B9C198A}" srcId="{D16AF96F-BC2F-444A-B3B7-9DDEF58CAAC4}" destId="{E49E01B6-05E0-472F-B904-CEEDA1E4C550}" srcOrd="1" destOrd="0" parTransId="{425DBCE9-9ED6-48BE-AB31-0B33262C4EFA}" sibTransId="{34EF80F7-B953-49A3-8543-13FE0B76AB4D}"/>
    <dgm:cxn modelId="{8BE3825E-BD21-4057-BC25-04385C2CA63E}" srcId="{D16AF96F-BC2F-444A-B3B7-9DDEF58CAAC4}" destId="{862DF0BF-8068-40F2-A0E1-F3C19801E3E2}" srcOrd="0" destOrd="0" parTransId="{54EF1918-CDF9-47C2-9DF3-F284F2DEE749}" sibTransId="{1E79BF95-EF17-41C1-B730-641790523AAA}"/>
    <dgm:cxn modelId="{FE176162-1BCD-49C7-A4F8-91373B2F3960}" srcId="{D16AF96F-BC2F-444A-B3B7-9DDEF58CAAC4}" destId="{BCD987E9-A93E-46AE-A275-508021068D8B}" srcOrd="3" destOrd="0" parTransId="{9229C039-AFE4-4CD1-A44C-9113AFB1B47F}" sibTransId="{EBD78651-6E6D-40C0-856B-B96B1EE8FB3E}"/>
    <dgm:cxn modelId="{31777866-3639-48B0-8780-FA45600F9D54}" type="presOf" srcId="{862DF0BF-8068-40F2-A0E1-F3C19801E3E2}" destId="{B474E620-AE4D-4C08-A384-66D63F3CC308}" srcOrd="0" destOrd="0" presId="urn:microsoft.com/office/officeart/2005/8/layout/vList5"/>
    <dgm:cxn modelId="{9289954C-C3A4-4822-90AA-EE34D8342EAE}" type="presOf" srcId="{BCD987E9-A93E-46AE-A275-508021068D8B}" destId="{3FB38BF4-66F6-4C98-A13C-E5195925110C}" srcOrd="0" destOrd="0" presId="urn:microsoft.com/office/officeart/2005/8/layout/vList5"/>
    <dgm:cxn modelId="{ECE54E55-A082-4446-BE1C-E9A5AA423081}" type="presOf" srcId="{E49E01B6-05E0-472F-B904-CEEDA1E4C550}" destId="{88DE9C23-CA93-4A18-8399-782A3A31CF63}" srcOrd="0" destOrd="0" presId="urn:microsoft.com/office/officeart/2005/8/layout/vList5"/>
    <dgm:cxn modelId="{F61B18BD-7865-4D7B-9EF3-A121C75F9560}" type="presOf" srcId="{D16AF96F-BC2F-444A-B3B7-9DDEF58CAAC4}" destId="{90CF4666-ECDC-47F7-9504-8400A632B673}" srcOrd="0" destOrd="0" presId="urn:microsoft.com/office/officeart/2005/8/layout/vList5"/>
    <dgm:cxn modelId="{DBB6C7EA-0F1F-42C0-B366-EDC027F2C98F}" type="presOf" srcId="{D44433F2-3529-47DE-95AE-3E1E0F906788}" destId="{B59819F3-1276-446C-AE21-4C30766C057F}" srcOrd="0" destOrd="0" presId="urn:microsoft.com/office/officeart/2005/8/layout/vList5"/>
    <dgm:cxn modelId="{DD39F9AC-D04F-49D4-B245-343AE5ED77A8}" type="presParOf" srcId="{90CF4666-ECDC-47F7-9504-8400A632B673}" destId="{55F1A4E4-8FD1-4B9E-B3A8-0173B28B9C64}" srcOrd="0" destOrd="0" presId="urn:microsoft.com/office/officeart/2005/8/layout/vList5"/>
    <dgm:cxn modelId="{F6D09A1B-CA71-4836-8532-A1DD060F524B}" type="presParOf" srcId="{55F1A4E4-8FD1-4B9E-B3A8-0173B28B9C64}" destId="{B474E620-AE4D-4C08-A384-66D63F3CC308}" srcOrd="0" destOrd="0" presId="urn:microsoft.com/office/officeart/2005/8/layout/vList5"/>
    <dgm:cxn modelId="{81EE4287-701A-4804-8D66-CBA93E7997A9}" type="presParOf" srcId="{90CF4666-ECDC-47F7-9504-8400A632B673}" destId="{CED84EFD-3956-4F72-B4EC-9C5A73E6EDE8}" srcOrd="1" destOrd="0" presId="urn:microsoft.com/office/officeart/2005/8/layout/vList5"/>
    <dgm:cxn modelId="{04A0A4BF-9DC6-4464-9FE0-7A141F92081F}" type="presParOf" srcId="{90CF4666-ECDC-47F7-9504-8400A632B673}" destId="{ADF34967-5D2C-48BF-8E99-8F9C9E6E8BCD}" srcOrd="2" destOrd="0" presId="urn:microsoft.com/office/officeart/2005/8/layout/vList5"/>
    <dgm:cxn modelId="{C42BCAD5-0D1D-4F2D-A70E-963008E409FF}" type="presParOf" srcId="{ADF34967-5D2C-48BF-8E99-8F9C9E6E8BCD}" destId="{88DE9C23-CA93-4A18-8399-782A3A31CF63}" srcOrd="0" destOrd="0" presId="urn:microsoft.com/office/officeart/2005/8/layout/vList5"/>
    <dgm:cxn modelId="{5A90EBAC-D8AB-4301-B7A5-AF669E931033}" type="presParOf" srcId="{90CF4666-ECDC-47F7-9504-8400A632B673}" destId="{CAAC2282-9A93-4595-BFD3-C19078768CA6}" srcOrd="3" destOrd="0" presId="urn:microsoft.com/office/officeart/2005/8/layout/vList5"/>
    <dgm:cxn modelId="{DFA3B134-F2C3-4F87-84D1-D562A4103879}" type="presParOf" srcId="{90CF4666-ECDC-47F7-9504-8400A632B673}" destId="{AEF62861-80B0-4E43-B4BF-F2BC7F1B6FD0}" srcOrd="4" destOrd="0" presId="urn:microsoft.com/office/officeart/2005/8/layout/vList5"/>
    <dgm:cxn modelId="{0A6D94BB-7D89-4720-A17F-B1959F6D1158}" type="presParOf" srcId="{AEF62861-80B0-4E43-B4BF-F2BC7F1B6FD0}" destId="{B59819F3-1276-446C-AE21-4C30766C057F}" srcOrd="0" destOrd="0" presId="urn:microsoft.com/office/officeart/2005/8/layout/vList5"/>
    <dgm:cxn modelId="{EB28D740-F304-47D5-AAC8-0C08990F3540}" type="presParOf" srcId="{90CF4666-ECDC-47F7-9504-8400A632B673}" destId="{94AAD4A3-7650-477A-8BF6-E3D08A9D5783}" srcOrd="5" destOrd="0" presId="urn:microsoft.com/office/officeart/2005/8/layout/vList5"/>
    <dgm:cxn modelId="{D45814C7-E84A-4D6F-84E0-3464E60F81A2}" type="presParOf" srcId="{90CF4666-ECDC-47F7-9504-8400A632B673}" destId="{1ACCD938-310A-4F0F-8EB1-97BC5A186B58}" srcOrd="6" destOrd="0" presId="urn:microsoft.com/office/officeart/2005/8/layout/vList5"/>
    <dgm:cxn modelId="{819004C1-4629-45D7-BEED-88799913EDAD}" type="presParOf" srcId="{1ACCD938-310A-4F0F-8EB1-97BC5A186B58}" destId="{3FB38BF4-66F6-4C98-A13C-E5195925110C}" srcOrd="0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04D569A-AF15-4194-AAB2-826B67A0E022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E823D52A-D4F3-4E98-B25E-5AF6A1A649B0}">
      <dgm:prSet/>
      <dgm:spPr/>
      <dgm:t>
        <a:bodyPr/>
        <a:lstStyle/>
        <a:p>
          <a:r>
            <a:rPr lang="en-US"/>
            <a:t>Реализован прототип</a:t>
          </a:r>
        </a:p>
      </dgm:t>
    </dgm:pt>
    <dgm:pt modelId="{EE5366D1-148A-484A-9765-E239A1C66C63}" type="parTrans" cxnId="{CF58A178-F031-41A9-ACB1-82111E82EB26}">
      <dgm:prSet/>
      <dgm:spPr/>
      <dgm:t>
        <a:bodyPr/>
        <a:lstStyle/>
        <a:p>
          <a:endParaRPr lang="en-US"/>
        </a:p>
      </dgm:t>
    </dgm:pt>
    <dgm:pt modelId="{92DFB5FD-BC7D-42C7-B3F7-3E5779303EA3}" type="sibTrans" cxnId="{CF58A178-F031-41A9-ACB1-82111E82EB26}">
      <dgm:prSet/>
      <dgm:spPr/>
      <dgm:t>
        <a:bodyPr/>
        <a:lstStyle/>
        <a:p>
          <a:endParaRPr lang="en-US"/>
        </a:p>
      </dgm:t>
    </dgm:pt>
    <dgm:pt modelId="{F93E28E7-F668-4382-88F5-20ABBA87D953}">
      <dgm:prSet/>
      <dgm:spPr/>
      <dgm:t>
        <a:bodyPr/>
        <a:lstStyle/>
        <a:p>
          <a:r>
            <a:rPr lang="en-US"/>
            <a:t>Полный цикл: ввод → отчёт</a:t>
          </a:r>
        </a:p>
      </dgm:t>
    </dgm:pt>
    <dgm:pt modelId="{E9DF3943-4F55-4D6B-B422-A11AA5BDD204}" type="parTrans" cxnId="{6E16EEE4-307E-49C3-8F1C-7A85BBAAB55D}">
      <dgm:prSet/>
      <dgm:spPr/>
      <dgm:t>
        <a:bodyPr/>
        <a:lstStyle/>
        <a:p>
          <a:endParaRPr lang="en-US"/>
        </a:p>
      </dgm:t>
    </dgm:pt>
    <dgm:pt modelId="{B11FE3D3-BB91-4DEE-BCBE-6F881F6AC160}" type="sibTrans" cxnId="{6E16EEE4-307E-49C3-8F1C-7A85BBAAB55D}">
      <dgm:prSet/>
      <dgm:spPr/>
      <dgm:t>
        <a:bodyPr/>
        <a:lstStyle/>
        <a:p>
          <a:endParaRPr lang="en-US"/>
        </a:p>
      </dgm:t>
    </dgm:pt>
    <dgm:pt modelId="{55E2B78A-36AE-4ECB-91DA-C6DD30A9C380}">
      <dgm:prSet/>
      <dgm:spPr/>
      <dgm:t>
        <a:bodyPr/>
        <a:lstStyle/>
        <a:p>
          <a:r>
            <a:rPr lang="ru-RU"/>
            <a:t>Минимальное ручное</a:t>
          </a:r>
          <a:r>
            <a:rPr lang="en-US"/>
            <a:t> тестирование</a:t>
          </a:r>
        </a:p>
      </dgm:t>
    </dgm:pt>
    <dgm:pt modelId="{3236065B-CCEE-4FAB-A9D4-EDB5D82D352E}" type="parTrans" cxnId="{8642F796-3A71-4746-8EA1-A086DA0A5E9F}">
      <dgm:prSet/>
      <dgm:spPr/>
      <dgm:t>
        <a:bodyPr/>
        <a:lstStyle/>
        <a:p>
          <a:endParaRPr lang="en-US"/>
        </a:p>
      </dgm:t>
    </dgm:pt>
    <dgm:pt modelId="{9B7D81A4-C101-46DF-BDD6-9A32E5E9BB74}" type="sibTrans" cxnId="{8642F796-3A71-4746-8EA1-A086DA0A5E9F}">
      <dgm:prSet/>
      <dgm:spPr/>
      <dgm:t>
        <a:bodyPr/>
        <a:lstStyle/>
        <a:p>
          <a:endParaRPr lang="en-US"/>
        </a:p>
      </dgm:t>
    </dgm:pt>
    <dgm:pt modelId="{A115CF79-6BDE-4FBF-B666-03F1F438AC93}" type="pres">
      <dgm:prSet presAssocID="{D04D569A-AF15-4194-AAB2-826B67A0E022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1B89963E-E01A-4A3E-9F69-6B387D7867BF}" type="pres">
      <dgm:prSet presAssocID="{E823D52A-D4F3-4E98-B25E-5AF6A1A649B0}" presName="hierRoot1" presStyleCnt="0"/>
      <dgm:spPr/>
    </dgm:pt>
    <dgm:pt modelId="{340D4A06-7A60-4E70-A6C7-C0886764366B}" type="pres">
      <dgm:prSet presAssocID="{E823D52A-D4F3-4E98-B25E-5AF6A1A649B0}" presName="composite" presStyleCnt="0"/>
      <dgm:spPr/>
    </dgm:pt>
    <dgm:pt modelId="{2D979428-8344-4686-8EE1-C237EACA82ED}" type="pres">
      <dgm:prSet presAssocID="{E823D52A-D4F3-4E98-B25E-5AF6A1A649B0}" presName="background" presStyleLbl="node0" presStyleIdx="0" presStyleCnt="3"/>
      <dgm:spPr/>
    </dgm:pt>
    <dgm:pt modelId="{31459576-891D-4AC2-86BC-CD85D4542D75}" type="pres">
      <dgm:prSet presAssocID="{E823D52A-D4F3-4E98-B25E-5AF6A1A649B0}" presName="text" presStyleLbl="fgAcc0" presStyleIdx="0" presStyleCnt="3">
        <dgm:presLayoutVars>
          <dgm:chPref val="3"/>
        </dgm:presLayoutVars>
      </dgm:prSet>
      <dgm:spPr/>
    </dgm:pt>
    <dgm:pt modelId="{099B18B1-5807-45D3-9EEE-69BEAC795897}" type="pres">
      <dgm:prSet presAssocID="{E823D52A-D4F3-4E98-B25E-5AF6A1A649B0}" presName="hierChild2" presStyleCnt="0"/>
      <dgm:spPr/>
    </dgm:pt>
    <dgm:pt modelId="{97CD6D6D-C601-4A54-960A-732BFD15AC86}" type="pres">
      <dgm:prSet presAssocID="{F93E28E7-F668-4382-88F5-20ABBA87D953}" presName="hierRoot1" presStyleCnt="0"/>
      <dgm:spPr/>
    </dgm:pt>
    <dgm:pt modelId="{405CED73-520C-4E52-A083-A730BB0C86A1}" type="pres">
      <dgm:prSet presAssocID="{F93E28E7-F668-4382-88F5-20ABBA87D953}" presName="composite" presStyleCnt="0"/>
      <dgm:spPr/>
    </dgm:pt>
    <dgm:pt modelId="{8F116D74-081E-4B51-A8C8-3D6AA48579AF}" type="pres">
      <dgm:prSet presAssocID="{F93E28E7-F668-4382-88F5-20ABBA87D953}" presName="background" presStyleLbl="node0" presStyleIdx="1" presStyleCnt="3"/>
      <dgm:spPr/>
    </dgm:pt>
    <dgm:pt modelId="{E850FA5B-B9F2-42CD-B0C0-2C023453F8D4}" type="pres">
      <dgm:prSet presAssocID="{F93E28E7-F668-4382-88F5-20ABBA87D953}" presName="text" presStyleLbl="fgAcc0" presStyleIdx="1" presStyleCnt="3">
        <dgm:presLayoutVars>
          <dgm:chPref val="3"/>
        </dgm:presLayoutVars>
      </dgm:prSet>
      <dgm:spPr/>
    </dgm:pt>
    <dgm:pt modelId="{FF800F87-5DFA-4E55-A409-6CE479F05597}" type="pres">
      <dgm:prSet presAssocID="{F93E28E7-F668-4382-88F5-20ABBA87D953}" presName="hierChild2" presStyleCnt="0"/>
      <dgm:spPr/>
    </dgm:pt>
    <dgm:pt modelId="{6248A36E-1DE5-499F-9314-5289238F7F7F}" type="pres">
      <dgm:prSet presAssocID="{55E2B78A-36AE-4ECB-91DA-C6DD30A9C380}" presName="hierRoot1" presStyleCnt="0"/>
      <dgm:spPr/>
    </dgm:pt>
    <dgm:pt modelId="{805FA1AE-2804-4189-8CAD-99D7025FA1BA}" type="pres">
      <dgm:prSet presAssocID="{55E2B78A-36AE-4ECB-91DA-C6DD30A9C380}" presName="composite" presStyleCnt="0"/>
      <dgm:spPr/>
    </dgm:pt>
    <dgm:pt modelId="{4FEA51FD-9296-4315-B28A-173B8473D2AB}" type="pres">
      <dgm:prSet presAssocID="{55E2B78A-36AE-4ECB-91DA-C6DD30A9C380}" presName="background" presStyleLbl="node0" presStyleIdx="2" presStyleCnt="3"/>
      <dgm:spPr/>
    </dgm:pt>
    <dgm:pt modelId="{BD8842D0-4DD5-411E-99DE-2CDA6881A1F2}" type="pres">
      <dgm:prSet presAssocID="{55E2B78A-36AE-4ECB-91DA-C6DD30A9C380}" presName="text" presStyleLbl="fgAcc0" presStyleIdx="2" presStyleCnt="3">
        <dgm:presLayoutVars>
          <dgm:chPref val="3"/>
        </dgm:presLayoutVars>
      </dgm:prSet>
      <dgm:spPr/>
    </dgm:pt>
    <dgm:pt modelId="{0B7D8BAA-9DBB-4289-A514-3908BB06EAFA}" type="pres">
      <dgm:prSet presAssocID="{55E2B78A-36AE-4ECB-91DA-C6DD30A9C380}" presName="hierChild2" presStyleCnt="0"/>
      <dgm:spPr/>
    </dgm:pt>
  </dgm:ptLst>
  <dgm:cxnLst>
    <dgm:cxn modelId="{CE110042-BEE7-4DBF-96F5-E49653FF5D44}" type="presOf" srcId="{D04D569A-AF15-4194-AAB2-826B67A0E022}" destId="{A115CF79-6BDE-4FBF-B666-03F1F438AC93}" srcOrd="0" destOrd="0" presId="urn:microsoft.com/office/officeart/2005/8/layout/hierarchy1"/>
    <dgm:cxn modelId="{14799552-0194-473F-9EC5-96A206FE309C}" type="presOf" srcId="{F93E28E7-F668-4382-88F5-20ABBA87D953}" destId="{E850FA5B-B9F2-42CD-B0C0-2C023453F8D4}" srcOrd="0" destOrd="0" presId="urn:microsoft.com/office/officeart/2005/8/layout/hierarchy1"/>
    <dgm:cxn modelId="{8DBA9078-1D3F-4A88-932D-8B7D50671644}" type="presOf" srcId="{55E2B78A-36AE-4ECB-91DA-C6DD30A9C380}" destId="{BD8842D0-4DD5-411E-99DE-2CDA6881A1F2}" srcOrd="0" destOrd="0" presId="urn:microsoft.com/office/officeart/2005/8/layout/hierarchy1"/>
    <dgm:cxn modelId="{CF58A178-F031-41A9-ACB1-82111E82EB26}" srcId="{D04D569A-AF15-4194-AAB2-826B67A0E022}" destId="{E823D52A-D4F3-4E98-B25E-5AF6A1A649B0}" srcOrd="0" destOrd="0" parTransId="{EE5366D1-148A-484A-9765-E239A1C66C63}" sibTransId="{92DFB5FD-BC7D-42C7-B3F7-3E5779303EA3}"/>
    <dgm:cxn modelId="{FF6F9184-0504-4A45-81C5-53370AA8398F}" type="presOf" srcId="{E823D52A-D4F3-4E98-B25E-5AF6A1A649B0}" destId="{31459576-891D-4AC2-86BC-CD85D4542D75}" srcOrd="0" destOrd="0" presId="urn:microsoft.com/office/officeart/2005/8/layout/hierarchy1"/>
    <dgm:cxn modelId="{8642F796-3A71-4746-8EA1-A086DA0A5E9F}" srcId="{D04D569A-AF15-4194-AAB2-826B67A0E022}" destId="{55E2B78A-36AE-4ECB-91DA-C6DD30A9C380}" srcOrd="2" destOrd="0" parTransId="{3236065B-CCEE-4FAB-A9D4-EDB5D82D352E}" sibTransId="{9B7D81A4-C101-46DF-BDD6-9A32E5E9BB74}"/>
    <dgm:cxn modelId="{6E16EEE4-307E-49C3-8F1C-7A85BBAAB55D}" srcId="{D04D569A-AF15-4194-AAB2-826B67A0E022}" destId="{F93E28E7-F668-4382-88F5-20ABBA87D953}" srcOrd="1" destOrd="0" parTransId="{E9DF3943-4F55-4D6B-B422-A11AA5BDD204}" sibTransId="{B11FE3D3-BB91-4DEE-BCBE-6F881F6AC160}"/>
    <dgm:cxn modelId="{700E7E19-ECA0-42D5-97CC-FFA223383055}" type="presParOf" srcId="{A115CF79-6BDE-4FBF-B666-03F1F438AC93}" destId="{1B89963E-E01A-4A3E-9F69-6B387D7867BF}" srcOrd="0" destOrd="0" presId="urn:microsoft.com/office/officeart/2005/8/layout/hierarchy1"/>
    <dgm:cxn modelId="{592E373F-2106-4922-831D-485A1149CB4B}" type="presParOf" srcId="{1B89963E-E01A-4A3E-9F69-6B387D7867BF}" destId="{340D4A06-7A60-4E70-A6C7-C0886764366B}" srcOrd="0" destOrd="0" presId="urn:microsoft.com/office/officeart/2005/8/layout/hierarchy1"/>
    <dgm:cxn modelId="{81E1AC2F-B354-4AF4-8572-3C5149B32195}" type="presParOf" srcId="{340D4A06-7A60-4E70-A6C7-C0886764366B}" destId="{2D979428-8344-4686-8EE1-C237EACA82ED}" srcOrd="0" destOrd="0" presId="urn:microsoft.com/office/officeart/2005/8/layout/hierarchy1"/>
    <dgm:cxn modelId="{A158CC67-39DC-4600-90AC-0F0A7FAF3C12}" type="presParOf" srcId="{340D4A06-7A60-4E70-A6C7-C0886764366B}" destId="{31459576-891D-4AC2-86BC-CD85D4542D75}" srcOrd="1" destOrd="0" presId="urn:microsoft.com/office/officeart/2005/8/layout/hierarchy1"/>
    <dgm:cxn modelId="{786792C0-F657-4AA7-B923-1D29962220F6}" type="presParOf" srcId="{1B89963E-E01A-4A3E-9F69-6B387D7867BF}" destId="{099B18B1-5807-45D3-9EEE-69BEAC795897}" srcOrd="1" destOrd="0" presId="urn:microsoft.com/office/officeart/2005/8/layout/hierarchy1"/>
    <dgm:cxn modelId="{D1CEBE9C-299E-4301-880F-784E0458FFFE}" type="presParOf" srcId="{A115CF79-6BDE-4FBF-B666-03F1F438AC93}" destId="{97CD6D6D-C601-4A54-960A-732BFD15AC86}" srcOrd="1" destOrd="0" presId="urn:microsoft.com/office/officeart/2005/8/layout/hierarchy1"/>
    <dgm:cxn modelId="{EBE90791-9349-43D1-AB94-2FE7BF22699F}" type="presParOf" srcId="{97CD6D6D-C601-4A54-960A-732BFD15AC86}" destId="{405CED73-520C-4E52-A083-A730BB0C86A1}" srcOrd="0" destOrd="0" presId="urn:microsoft.com/office/officeart/2005/8/layout/hierarchy1"/>
    <dgm:cxn modelId="{AE8A1DB8-9E2F-4B8C-83E3-29CD2E8499E5}" type="presParOf" srcId="{405CED73-520C-4E52-A083-A730BB0C86A1}" destId="{8F116D74-081E-4B51-A8C8-3D6AA48579AF}" srcOrd="0" destOrd="0" presId="urn:microsoft.com/office/officeart/2005/8/layout/hierarchy1"/>
    <dgm:cxn modelId="{2539E40E-23E3-41B5-A49B-0AF0283F2C48}" type="presParOf" srcId="{405CED73-520C-4E52-A083-A730BB0C86A1}" destId="{E850FA5B-B9F2-42CD-B0C0-2C023453F8D4}" srcOrd="1" destOrd="0" presId="urn:microsoft.com/office/officeart/2005/8/layout/hierarchy1"/>
    <dgm:cxn modelId="{90E9C236-5D3B-43B5-9B29-3D43DE39599B}" type="presParOf" srcId="{97CD6D6D-C601-4A54-960A-732BFD15AC86}" destId="{FF800F87-5DFA-4E55-A409-6CE479F05597}" srcOrd="1" destOrd="0" presId="urn:microsoft.com/office/officeart/2005/8/layout/hierarchy1"/>
    <dgm:cxn modelId="{5985214E-FF1E-425C-A768-E26E0CBA8C83}" type="presParOf" srcId="{A115CF79-6BDE-4FBF-B666-03F1F438AC93}" destId="{6248A36E-1DE5-499F-9314-5289238F7F7F}" srcOrd="2" destOrd="0" presId="urn:microsoft.com/office/officeart/2005/8/layout/hierarchy1"/>
    <dgm:cxn modelId="{7E9CA749-6FBC-424E-BC7C-1B37B0BC4AE1}" type="presParOf" srcId="{6248A36E-1DE5-499F-9314-5289238F7F7F}" destId="{805FA1AE-2804-4189-8CAD-99D7025FA1BA}" srcOrd="0" destOrd="0" presId="urn:microsoft.com/office/officeart/2005/8/layout/hierarchy1"/>
    <dgm:cxn modelId="{4917F0A5-FB0C-4C9C-AAA8-8CB38E096FBD}" type="presParOf" srcId="{805FA1AE-2804-4189-8CAD-99D7025FA1BA}" destId="{4FEA51FD-9296-4315-B28A-173B8473D2AB}" srcOrd="0" destOrd="0" presId="urn:microsoft.com/office/officeart/2005/8/layout/hierarchy1"/>
    <dgm:cxn modelId="{75514B9C-95F0-457C-AB38-C9283EED9F2B}" type="presParOf" srcId="{805FA1AE-2804-4189-8CAD-99D7025FA1BA}" destId="{BD8842D0-4DD5-411E-99DE-2CDA6881A1F2}" srcOrd="1" destOrd="0" presId="urn:microsoft.com/office/officeart/2005/8/layout/hierarchy1"/>
    <dgm:cxn modelId="{D117C1CE-9075-4271-B771-BBC1D64D590A}" type="presParOf" srcId="{6248A36E-1DE5-499F-9314-5289238F7F7F}" destId="{0B7D8BAA-9DBB-4289-A514-3908BB06EAFA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F832DC6C-2579-4769-B236-42334AE7750F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E763B407-EAD6-435D-A1CD-4C24D7C088B5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UI/UX улучшения</a:t>
          </a:r>
        </a:p>
      </dgm:t>
    </dgm:pt>
    <dgm:pt modelId="{CE4610CB-0C8C-4B51-B428-4B3CCFD2151F}" type="parTrans" cxnId="{1E675B90-829F-43AD-AA55-1B92718D15CA}">
      <dgm:prSet/>
      <dgm:spPr/>
      <dgm:t>
        <a:bodyPr/>
        <a:lstStyle/>
        <a:p>
          <a:endParaRPr lang="en-US"/>
        </a:p>
      </dgm:t>
    </dgm:pt>
    <dgm:pt modelId="{DD91E018-8CC5-40C5-A21D-9E0A9302FCD4}" type="sibTrans" cxnId="{1E675B90-829F-43AD-AA55-1B92718D15CA}">
      <dgm:prSet/>
      <dgm:spPr/>
      <dgm:t>
        <a:bodyPr/>
        <a:lstStyle/>
        <a:p>
          <a:endParaRPr lang="en-US"/>
        </a:p>
      </dgm:t>
    </dgm:pt>
    <dgm:pt modelId="{77C80AD3-51E5-4E95-8A2E-0D44E03A496A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ru-RU" dirty="0"/>
            <a:t>Тестирование и отладка</a:t>
          </a:r>
          <a:endParaRPr lang="en-US" dirty="0"/>
        </a:p>
      </dgm:t>
    </dgm:pt>
    <dgm:pt modelId="{F1B0D40C-AA96-4D9B-BDB5-CC0AC0821E83}" type="parTrans" cxnId="{4BCDD8EA-6322-4726-83CC-5023295BC03B}">
      <dgm:prSet/>
      <dgm:spPr/>
      <dgm:t>
        <a:bodyPr/>
        <a:lstStyle/>
        <a:p>
          <a:endParaRPr lang="en-US"/>
        </a:p>
      </dgm:t>
    </dgm:pt>
    <dgm:pt modelId="{3F0E97FB-25CD-4716-B6E1-0A5D32381DE7}" type="sibTrans" cxnId="{4BCDD8EA-6322-4726-83CC-5023295BC03B}">
      <dgm:prSet/>
      <dgm:spPr/>
      <dgm:t>
        <a:bodyPr/>
        <a:lstStyle/>
        <a:p>
          <a:endParaRPr lang="en-US"/>
        </a:p>
      </dgm:t>
    </dgm:pt>
    <dgm:pt modelId="{AA98FA75-C66F-48DA-BB0F-5B6C9FC96D41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ru-RU" dirty="0"/>
            <a:t>улучшение функционала</a:t>
          </a:r>
          <a:endParaRPr lang="en-US" dirty="0"/>
        </a:p>
      </dgm:t>
    </dgm:pt>
    <dgm:pt modelId="{6D826BEF-E9AB-4496-8F4B-C7245DD1A906}" type="parTrans" cxnId="{CC39C49D-6A17-4178-838D-EBB691A3719F}">
      <dgm:prSet/>
      <dgm:spPr/>
      <dgm:t>
        <a:bodyPr/>
        <a:lstStyle/>
        <a:p>
          <a:endParaRPr lang="en-US"/>
        </a:p>
      </dgm:t>
    </dgm:pt>
    <dgm:pt modelId="{857B88E2-0BFC-4831-8029-0B5B1E44E41F}" type="sibTrans" cxnId="{CC39C49D-6A17-4178-838D-EBB691A3719F}">
      <dgm:prSet/>
      <dgm:spPr/>
      <dgm:t>
        <a:bodyPr/>
        <a:lstStyle/>
        <a:p>
          <a:endParaRPr lang="en-US"/>
        </a:p>
      </dgm:t>
    </dgm:pt>
    <dgm:pt modelId="{F0EEB85E-4E6A-4C12-8C9A-2975F8ACB611}" type="pres">
      <dgm:prSet presAssocID="{F832DC6C-2579-4769-B236-42334AE7750F}" presName="root" presStyleCnt="0">
        <dgm:presLayoutVars>
          <dgm:dir/>
          <dgm:resizeHandles val="exact"/>
        </dgm:presLayoutVars>
      </dgm:prSet>
      <dgm:spPr/>
    </dgm:pt>
    <dgm:pt modelId="{314F3981-4F43-4373-8192-F5C72796F55C}" type="pres">
      <dgm:prSet presAssocID="{E763B407-EAD6-435D-A1CD-4C24D7C088B5}" presName="compNode" presStyleCnt="0"/>
      <dgm:spPr/>
    </dgm:pt>
    <dgm:pt modelId="{C0C8F328-48AB-4D49-9514-4B8768A527B4}" type="pres">
      <dgm:prSet presAssocID="{E763B407-EAD6-435D-A1CD-4C24D7C088B5}" presName="iconBgRect" presStyleLbl="bgShp" presStyleIdx="0" presStyleCnt="3"/>
      <dgm:spPr/>
    </dgm:pt>
    <dgm:pt modelId="{C86DDA7F-C8FB-4B37-9AB7-054C167D2172}" type="pres">
      <dgm:prSet presAssocID="{E763B407-EAD6-435D-A1CD-4C24D7C088B5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Web Design"/>
        </a:ext>
      </dgm:extLst>
    </dgm:pt>
    <dgm:pt modelId="{45737F1E-FEE5-4213-ABB2-F534A1EFBB75}" type="pres">
      <dgm:prSet presAssocID="{E763B407-EAD6-435D-A1CD-4C24D7C088B5}" presName="spaceRect" presStyleCnt="0"/>
      <dgm:spPr/>
    </dgm:pt>
    <dgm:pt modelId="{2F91A7A7-A305-4140-9C95-2CBB8F236097}" type="pres">
      <dgm:prSet presAssocID="{E763B407-EAD6-435D-A1CD-4C24D7C088B5}" presName="textRect" presStyleLbl="revTx" presStyleIdx="0" presStyleCnt="3">
        <dgm:presLayoutVars>
          <dgm:chMax val="1"/>
          <dgm:chPref val="1"/>
        </dgm:presLayoutVars>
      </dgm:prSet>
      <dgm:spPr/>
    </dgm:pt>
    <dgm:pt modelId="{1A482F43-EC4C-4CA0-B3B7-548BC2834BC3}" type="pres">
      <dgm:prSet presAssocID="{DD91E018-8CC5-40C5-A21D-9E0A9302FCD4}" presName="sibTrans" presStyleCnt="0"/>
      <dgm:spPr/>
    </dgm:pt>
    <dgm:pt modelId="{7A760D62-525F-451B-A3AE-C1D29581EA05}" type="pres">
      <dgm:prSet presAssocID="{77C80AD3-51E5-4E95-8A2E-0D44E03A496A}" presName="compNode" presStyleCnt="0"/>
      <dgm:spPr/>
    </dgm:pt>
    <dgm:pt modelId="{40BC7015-52A7-4D79-B6A4-4EF349818D86}" type="pres">
      <dgm:prSet presAssocID="{77C80AD3-51E5-4E95-8A2E-0D44E03A496A}" presName="iconBgRect" presStyleLbl="bgShp" presStyleIdx="1" presStyleCnt="3"/>
      <dgm:spPr/>
    </dgm:pt>
    <dgm:pt modelId="{D61FCA42-F422-4E4F-AB10-A3F56E9042CA}" type="pres">
      <dgm:prSet presAssocID="{77C80AD3-51E5-4E95-8A2E-0D44E03A496A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Флажок"/>
        </a:ext>
      </dgm:extLst>
    </dgm:pt>
    <dgm:pt modelId="{C5079305-2371-4B00-9664-C754533C7BF4}" type="pres">
      <dgm:prSet presAssocID="{77C80AD3-51E5-4E95-8A2E-0D44E03A496A}" presName="spaceRect" presStyleCnt="0"/>
      <dgm:spPr/>
    </dgm:pt>
    <dgm:pt modelId="{55E382E8-A6A1-4136-A4D9-2D7A5FD52D24}" type="pres">
      <dgm:prSet presAssocID="{77C80AD3-51E5-4E95-8A2E-0D44E03A496A}" presName="textRect" presStyleLbl="revTx" presStyleIdx="1" presStyleCnt="3">
        <dgm:presLayoutVars>
          <dgm:chMax val="1"/>
          <dgm:chPref val="1"/>
        </dgm:presLayoutVars>
      </dgm:prSet>
      <dgm:spPr/>
    </dgm:pt>
    <dgm:pt modelId="{EEC17F74-5398-4EB3-A140-7359448C2478}" type="pres">
      <dgm:prSet presAssocID="{3F0E97FB-25CD-4716-B6E1-0A5D32381DE7}" presName="sibTrans" presStyleCnt="0"/>
      <dgm:spPr/>
    </dgm:pt>
    <dgm:pt modelId="{1D670F92-E5AD-4B61-A059-BD37F4DC2D05}" type="pres">
      <dgm:prSet presAssocID="{AA98FA75-C66F-48DA-BB0F-5B6C9FC96D41}" presName="compNode" presStyleCnt="0"/>
      <dgm:spPr/>
    </dgm:pt>
    <dgm:pt modelId="{D9ECCD46-7E89-441A-95E1-55CCD95B0A12}" type="pres">
      <dgm:prSet presAssocID="{AA98FA75-C66F-48DA-BB0F-5B6C9FC96D41}" presName="iconBgRect" presStyleLbl="bgShp" presStyleIdx="2" presStyleCnt="3"/>
      <dgm:spPr/>
    </dgm:pt>
    <dgm:pt modelId="{D3CBA863-4644-4F06-A3DC-BB48B5F01B02}" type="pres">
      <dgm:prSet presAssocID="{AA98FA75-C66F-48DA-BB0F-5B6C9FC96D41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pward trend"/>
        </a:ext>
      </dgm:extLst>
    </dgm:pt>
    <dgm:pt modelId="{95B0A700-602B-412E-ACED-98E800492DBA}" type="pres">
      <dgm:prSet presAssocID="{AA98FA75-C66F-48DA-BB0F-5B6C9FC96D41}" presName="spaceRect" presStyleCnt="0"/>
      <dgm:spPr/>
    </dgm:pt>
    <dgm:pt modelId="{6B5ED305-2DA6-4146-86F4-2BFD8EBEA918}" type="pres">
      <dgm:prSet presAssocID="{AA98FA75-C66F-48DA-BB0F-5B6C9FC96D41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5E0BDC02-B221-43FA-AB2E-2B3D77E6D8BE}" type="presOf" srcId="{77C80AD3-51E5-4E95-8A2E-0D44E03A496A}" destId="{55E382E8-A6A1-4136-A4D9-2D7A5FD52D24}" srcOrd="0" destOrd="0" presId="urn:microsoft.com/office/officeart/2018/5/layout/IconCircleLabelList"/>
    <dgm:cxn modelId="{14600B3C-BFC1-4C53-93D5-2051C95A71C0}" type="presOf" srcId="{AA98FA75-C66F-48DA-BB0F-5B6C9FC96D41}" destId="{6B5ED305-2DA6-4146-86F4-2BFD8EBEA918}" srcOrd="0" destOrd="0" presId="urn:microsoft.com/office/officeart/2018/5/layout/IconCircleLabelList"/>
    <dgm:cxn modelId="{1E675B90-829F-43AD-AA55-1B92718D15CA}" srcId="{F832DC6C-2579-4769-B236-42334AE7750F}" destId="{E763B407-EAD6-435D-A1CD-4C24D7C088B5}" srcOrd="0" destOrd="0" parTransId="{CE4610CB-0C8C-4B51-B428-4B3CCFD2151F}" sibTransId="{DD91E018-8CC5-40C5-A21D-9E0A9302FCD4}"/>
    <dgm:cxn modelId="{CC39C49D-6A17-4178-838D-EBB691A3719F}" srcId="{F832DC6C-2579-4769-B236-42334AE7750F}" destId="{AA98FA75-C66F-48DA-BB0F-5B6C9FC96D41}" srcOrd="2" destOrd="0" parTransId="{6D826BEF-E9AB-4496-8F4B-C7245DD1A906}" sibTransId="{857B88E2-0BFC-4831-8029-0B5B1E44E41F}"/>
    <dgm:cxn modelId="{0C214BB9-C499-48F6-BCF9-CA674881E575}" type="presOf" srcId="{E763B407-EAD6-435D-A1CD-4C24D7C088B5}" destId="{2F91A7A7-A305-4140-9C95-2CBB8F236097}" srcOrd="0" destOrd="0" presId="urn:microsoft.com/office/officeart/2018/5/layout/IconCircleLabelList"/>
    <dgm:cxn modelId="{904B2AC3-9A61-4C13-86CF-F2F37447F0CF}" type="presOf" srcId="{F832DC6C-2579-4769-B236-42334AE7750F}" destId="{F0EEB85E-4E6A-4C12-8C9A-2975F8ACB611}" srcOrd="0" destOrd="0" presId="urn:microsoft.com/office/officeart/2018/5/layout/IconCircleLabelList"/>
    <dgm:cxn modelId="{4BCDD8EA-6322-4726-83CC-5023295BC03B}" srcId="{F832DC6C-2579-4769-B236-42334AE7750F}" destId="{77C80AD3-51E5-4E95-8A2E-0D44E03A496A}" srcOrd="1" destOrd="0" parTransId="{F1B0D40C-AA96-4D9B-BDB5-CC0AC0821E83}" sibTransId="{3F0E97FB-25CD-4716-B6E1-0A5D32381DE7}"/>
    <dgm:cxn modelId="{BB8C0E4B-FB9B-42FC-B260-9ACBE3F5F62F}" type="presParOf" srcId="{F0EEB85E-4E6A-4C12-8C9A-2975F8ACB611}" destId="{314F3981-4F43-4373-8192-F5C72796F55C}" srcOrd="0" destOrd="0" presId="urn:microsoft.com/office/officeart/2018/5/layout/IconCircleLabelList"/>
    <dgm:cxn modelId="{DA34274D-91D6-4DAF-8FB2-F8996CB8B574}" type="presParOf" srcId="{314F3981-4F43-4373-8192-F5C72796F55C}" destId="{C0C8F328-48AB-4D49-9514-4B8768A527B4}" srcOrd="0" destOrd="0" presId="urn:microsoft.com/office/officeart/2018/5/layout/IconCircleLabelList"/>
    <dgm:cxn modelId="{B359D60F-C7B4-49DF-8BEE-9DF6C9542271}" type="presParOf" srcId="{314F3981-4F43-4373-8192-F5C72796F55C}" destId="{C86DDA7F-C8FB-4B37-9AB7-054C167D2172}" srcOrd="1" destOrd="0" presId="urn:microsoft.com/office/officeart/2018/5/layout/IconCircleLabelList"/>
    <dgm:cxn modelId="{55707A01-D1DE-46EA-811E-334FA97D289D}" type="presParOf" srcId="{314F3981-4F43-4373-8192-F5C72796F55C}" destId="{45737F1E-FEE5-4213-ABB2-F534A1EFBB75}" srcOrd="2" destOrd="0" presId="urn:microsoft.com/office/officeart/2018/5/layout/IconCircleLabelList"/>
    <dgm:cxn modelId="{6AB604C7-D6EF-4651-B80C-2833D2927419}" type="presParOf" srcId="{314F3981-4F43-4373-8192-F5C72796F55C}" destId="{2F91A7A7-A305-4140-9C95-2CBB8F236097}" srcOrd="3" destOrd="0" presId="urn:microsoft.com/office/officeart/2018/5/layout/IconCircleLabelList"/>
    <dgm:cxn modelId="{481B8A83-9E74-4999-8AE7-8755ED2D12FE}" type="presParOf" srcId="{F0EEB85E-4E6A-4C12-8C9A-2975F8ACB611}" destId="{1A482F43-EC4C-4CA0-B3B7-548BC2834BC3}" srcOrd="1" destOrd="0" presId="urn:microsoft.com/office/officeart/2018/5/layout/IconCircleLabelList"/>
    <dgm:cxn modelId="{5988CACD-0327-4D97-A1A5-BCC08D54583D}" type="presParOf" srcId="{F0EEB85E-4E6A-4C12-8C9A-2975F8ACB611}" destId="{7A760D62-525F-451B-A3AE-C1D29581EA05}" srcOrd="2" destOrd="0" presId="urn:microsoft.com/office/officeart/2018/5/layout/IconCircleLabelList"/>
    <dgm:cxn modelId="{2EC13EA4-B77C-4B03-AAEF-58155D5DAEFA}" type="presParOf" srcId="{7A760D62-525F-451B-A3AE-C1D29581EA05}" destId="{40BC7015-52A7-4D79-B6A4-4EF349818D86}" srcOrd="0" destOrd="0" presId="urn:microsoft.com/office/officeart/2018/5/layout/IconCircleLabelList"/>
    <dgm:cxn modelId="{AD98C209-6847-4C65-9B3A-8B6D1C59D789}" type="presParOf" srcId="{7A760D62-525F-451B-A3AE-C1D29581EA05}" destId="{D61FCA42-F422-4E4F-AB10-A3F56E9042CA}" srcOrd="1" destOrd="0" presId="urn:microsoft.com/office/officeart/2018/5/layout/IconCircleLabelList"/>
    <dgm:cxn modelId="{D41D26F0-CE84-4A5E-8C35-1DE794B937DA}" type="presParOf" srcId="{7A760D62-525F-451B-A3AE-C1D29581EA05}" destId="{C5079305-2371-4B00-9664-C754533C7BF4}" srcOrd="2" destOrd="0" presId="urn:microsoft.com/office/officeart/2018/5/layout/IconCircleLabelList"/>
    <dgm:cxn modelId="{8793E4F8-8327-44DD-9C0F-1DCADC8D3679}" type="presParOf" srcId="{7A760D62-525F-451B-A3AE-C1D29581EA05}" destId="{55E382E8-A6A1-4136-A4D9-2D7A5FD52D24}" srcOrd="3" destOrd="0" presId="urn:microsoft.com/office/officeart/2018/5/layout/IconCircleLabelList"/>
    <dgm:cxn modelId="{DA9AF28F-72C1-4512-B9C0-433A115BA393}" type="presParOf" srcId="{F0EEB85E-4E6A-4C12-8C9A-2975F8ACB611}" destId="{EEC17F74-5398-4EB3-A140-7359448C2478}" srcOrd="3" destOrd="0" presId="urn:microsoft.com/office/officeart/2018/5/layout/IconCircleLabelList"/>
    <dgm:cxn modelId="{CAF14F30-6D91-4C5F-B789-3D8E71849F26}" type="presParOf" srcId="{F0EEB85E-4E6A-4C12-8C9A-2975F8ACB611}" destId="{1D670F92-E5AD-4B61-A059-BD37F4DC2D05}" srcOrd="4" destOrd="0" presId="urn:microsoft.com/office/officeart/2018/5/layout/IconCircleLabelList"/>
    <dgm:cxn modelId="{F9CA5A52-2A3C-4868-920F-ED3F65388730}" type="presParOf" srcId="{1D670F92-E5AD-4B61-A059-BD37F4DC2D05}" destId="{D9ECCD46-7E89-441A-95E1-55CCD95B0A12}" srcOrd="0" destOrd="0" presId="urn:microsoft.com/office/officeart/2018/5/layout/IconCircleLabelList"/>
    <dgm:cxn modelId="{7152DF00-CF45-4C56-B3C9-FE588D67547B}" type="presParOf" srcId="{1D670F92-E5AD-4B61-A059-BD37F4DC2D05}" destId="{D3CBA863-4644-4F06-A3DC-BB48B5F01B02}" srcOrd="1" destOrd="0" presId="urn:microsoft.com/office/officeart/2018/5/layout/IconCircleLabelList"/>
    <dgm:cxn modelId="{71009B22-2D58-480C-B0B9-B12F227E329C}" type="presParOf" srcId="{1D670F92-E5AD-4B61-A059-BD37F4DC2D05}" destId="{95B0A700-602B-412E-ACED-98E800492DBA}" srcOrd="2" destOrd="0" presId="urn:microsoft.com/office/officeart/2018/5/layout/IconCircleLabelList"/>
    <dgm:cxn modelId="{FDFC5E09-C6AA-4A32-8A56-80CAD85C375D}" type="presParOf" srcId="{1D670F92-E5AD-4B61-A059-BD37F4DC2D05}" destId="{6B5ED305-2DA6-4146-86F4-2BFD8EBEA91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474E620-AE4D-4C08-A384-66D63F3CC308}">
      <dsp:nvSpPr>
        <dsp:cNvPr id="0" name=""/>
        <dsp:cNvSpPr/>
      </dsp:nvSpPr>
      <dsp:spPr>
        <a:xfrm>
          <a:off x="2622678" y="1846"/>
          <a:ext cx="2950513" cy="888123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47625" rIns="95250" bIns="47625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500" kern="1200" dirty="0"/>
            <a:t>Генерация отчёта</a:t>
          </a:r>
          <a:endParaRPr lang="en-US" sz="2500" kern="1200" dirty="0"/>
        </a:p>
      </dsp:txBody>
      <dsp:txXfrm>
        <a:off x="2666033" y="45201"/>
        <a:ext cx="2863803" cy="801413"/>
      </dsp:txXfrm>
    </dsp:sp>
    <dsp:sp modelId="{88DE9C23-CA93-4A18-8399-782A3A31CF63}">
      <dsp:nvSpPr>
        <dsp:cNvPr id="0" name=""/>
        <dsp:cNvSpPr/>
      </dsp:nvSpPr>
      <dsp:spPr>
        <a:xfrm>
          <a:off x="2622678" y="934376"/>
          <a:ext cx="2950513" cy="888123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47625" rIns="95250" bIns="47625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500" kern="1200" dirty="0"/>
            <a:t>Структура документа</a:t>
          </a:r>
          <a:endParaRPr lang="en-US" sz="2500" kern="1200" dirty="0"/>
        </a:p>
      </dsp:txBody>
      <dsp:txXfrm>
        <a:off x="2666033" y="977731"/>
        <a:ext cx="2863803" cy="801413"/>
      </dsp:txXfrm>
    </dsp:sp>
    <dsp:sp modelId="{B59819F3-1276-446C-AE21-4C30766C057F}">
      <dsp:nvSpPr>
        <dsp:cNvPr id="0" name=""/>
        <dsp:cNvSpPr/>
      </dsp:nvSpPr>
      <dsp:spPr>
        <a:xfrm>
          <a:off x="2622678" y="1866905"/>
          <a:ext cx="2950513" cy="888123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47625" rIns="95250" bIns="47625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500" kern="1200"/>
            <a:t>Web-интерфейс</a:t>
          </a:r>
          <a:endParaRPr lang="en-US" sz="2500" kern="1200"/>
        </a:p>
      </dsp:txBody>
      <dsp:txXfrm>
        <a:off x="2666033" y="1910260"/>
        <a:ext cx="2863803" cy="801413"/>
      </dsp:txXfrm>
    </dsp:sp>
    <dsp:sp modelId="{3FB38BF4-66F6-4C98-A13C-E5195925110C}">
      <dsp:nvSpPr>
        <dsp:cNvPr id="0" name=""/>
        <dsp:cNvSpPr/>
      </dsp:nvSpPr>
      <dsp:spPr>
        <a:xfrm>
          <a:off x="2622678" y="2799435"/>
          <a:ext cx="2950513" cy="888123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47625" rIns="95250" bIns="47625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500" kern="1200"/>
            <a:t>Рабочий прототип</a:t>
          </a:r>
          <a:endParaRPr lang="en-US" sz="2500" kern="1200"/>
        </a:p>
      </dsp:txBody>
      <dsp:txXfrm>
        <a:off x="2666033" y="2842790"/>
        <a:ext cx="2863803" cy="80141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D979428-8344-4686-8EE1-C237EACA82ED}">
      <dsp:nvSpPr>
        <dsp:cNvPr id="0" name=""/>
        <dsp:cNvSpPr/>
      </dsp:nvSpPr>
      <dsp:spPr>
        <a:xfrm>
          <a:off x="0" y="991179"/>
          <a:ext cx="2305088" cy="146373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1459576-891D-4AC2-86BC-CD85D4542D75}">
      <dsp:nvSpPr>
        <dsp:cNvPr id="0" name=""/>
        <dsp:cNvSpPr/>
      </dsp:nvSpPr>
      <dsp:spPr>
        <a:xfrm>
          <a:off x="256120" y="1234494"/>
          <a:ext cx="2305088" cy="14637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Реализован прототип</a:t>
          </a:r>
        </a:p>
      </dsp:txBody>
      <dsp:txXfrm>
        <a:off x="298991" y="1277365"/>
        <a:ext cx="2219346" cy="1377989"/>
      </dsp:txXfrm>
    </dsp:sp>
    <dsp:sp modelId="{8F116D74-081E-4B51-A8C8-3D6AA48579AF}">
      <dsp:nvSpPr>
        <dsp:cNvPr id="0" name=""/>
        <dsp:cNvSpPr/>
      </dsp:nvSpPr>
      <dsp:spPr>
        <a:xfrm>
          <a:off x="2817330" y="991179"/>
          <a:ext cx="2305088" cy="146373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850FA5B-B9F2-42CD-B0C0-2C023453F8D4}">
      <dsp:nvSpPr>
        <dsp:cNvPr id="0" name=""/>
        <dsp:cNvSpPr/>
      </dsp:nvSpPr>
      <dsp:spPr>
        <a:xfrm>
          <a:off x="3073451" y="1234494"/>
          <a:ext cx="2305088" cy="14637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Полный цикл: ввод → отчёт</a:t>
          </a:r>
        </a:p>
      </dsp:txBody>
      <dsp:txXfrm>
        <a:off x="3116322" y="1277365"/>
        <a:ext cx="2219346" cy="1377989"/>
      </dsp:txXfrm>
    </dsp:sp>
    <dsp:sp modelId="{4FEA51FD-9296-4315-B28A-173B8473D2AB}">
      <dsp:nvSpPr>
        <dsp:cNvPr id="0" name=""/>
        <dsp:cNvSpPr/>
      </dsp:nvSpPr>
      <dsp:spPr>
        <a:xfrm>
          <a:off x="5634661" y="991179"/>
          <a:ext cx="2305088" cy="146373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D8842D0-4DD5-411E-99DE-2CDA6881A1F2}">
      <dsp:nvSpPr>
        <dsp:cNvPr id="0" name=""/>
        <dsp:cNvSpPr/>
      </dsp:nvSpPr>
      <dsp:spPr>
        <a:xfrm>
          <a:off x="5890782" y="1234494"/>
          <a:ext cx="2305088" cy="14637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500" kern="1200"/>
            <a:t>Минимальное ручное</a:t>
          </a:r>
          <a:r>
            <a:rPr lang="en-US" sz="2500" kern="1200"/>
            <a:t> тестирование</a:t>
          </a:r>
        </a:p>
      </dsp:txBody>
      <dsp:txXfrm>
        <a:off x="5933653" y="1277365"/>
        <a:ext cx="2219346" cy="1377989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0C8F328-48AB-4D49-9514-4B8768A527B4}">
      <dsp:nvSpPr>
        <dsp:cNvPr id="0" name=""/>
        <dsp:cNvSpPr/>
      </dsp:nvSpPr>
      <dsp:spPr>
        <a:xfrm>
          <a:off x="518185" y="768902"/>
          <a:ext cx="1475437" cy="1475437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86DDA7F-C8FB-4B37-9AB7-054C167D2172}">
      <dsp:nvSpPr>
        <dsp:cNvPr id="0" name=""/>
        <dsp:cNvSpPr/>
      </dsp:nvSpPr>
      <dsp:spPr>
        <a:xfrm>
          <a:off x="832623" y="1083340"/>
          <a:ext cx="846562" cy="84656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F91A7A7-A305-4140-9C95-2CBB8F236097}">
      <dsp:nvSpPr>
        <dsp:cNvPr id="0" name=""/>
        <dsp:cNvSpPr/>
      </dsp:nvSpPr>
      <dsp:spPr>
        <a:xfrm>
          <a:off x="46529" y="2703902"/>
          <a:ext cx="2418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300" kern="1200"/>
            <a:t>UI/UX улучшения</a:t>
          </a:r>
        </a:p>
      </dsp:txBody>
      <dsp:txXfrm>
        <a:off x="46529" y="2703902"/>
        <a:ext cx="2418750" cy="720000"/>
      </dsp:txXfrm>
    </dsp:sp>
    <dsp:sp modelId="{40BC7015-52A7-4D79-B6A4-4EF349818D86}">
      <dsp:nvSpPr>
        <dsp:cNvPr id="0" name=""/>
        <dsp:cNvSpPr/>
      </dsp:nvSpPr>
      <dsp:spPr>
        <a:xfrm>
          <a:off x="3360216" y="768902"/>
          <a:ext cx="1475437" cy="1475437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61FCA42-F422-4E4F-AB10-A3F56E9042CA}">
      <dsp:nvSpPr>
        <dsp:cNvPr id="0" name=""/>
        <dsp:cNvSpPr/>
      </dsp:nvSpPr>
      <dsp:spPr>
        <a:xfrm>
          <a:off x="3674654" y="1083340"/>
          <a:ext cx="846562" cy="84656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5E382E8-A6A1-4136-A4D9-2D7A5FD52D24}">
      <dsp:nvSpPr>
        <dsp:cNvPr id="0" name=""/>
        <dsp:cNvSpPr/>
      </dsp:nvSpPr>
      <dsp:spPr>
        <a:xfrm>
          <a:off x="2888560" y="2703902"/>
          <a:ext cx="2418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ru-RU" sz="2300" kern="1200" dirty="0"/>
            <a:t>Тестирование и отладка</a:t>
          </a:r>
          <a:endParaRPr lang="en-US" sz="2300" kern="1200" dirty="0"/>
        </a:p>
      </dsp:txBody>
      <dsp:txXfrm>
        <a:off x="2888560" y="2703902"/>
        <a:ext cx="2418750" cy="720000"/>
      </dsp:txXfrm>
    </dsp:sp>
    <dsp:sp modelId="{D9ECCD46-7E89-441A-95E1-55CCD95B0A12}">
      <dsp:nvSpPr>
        <dsp:cNvPr id="0" name=""/>
        <dsp:cNvSpPr/>
      </dsp:nvSpPr>
      <dsp:spPr>
        <a:xfrm>
          <a:off x="6202248" y="768902"/>
          <a:ext cx="1475437" cy="1475437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3CBA863-4644-4F06-A3DC-BB48B5F01B02}">
      <dsp:nvSpPr>
        <dsp:cNvPr id="0" name=""/>
        <dsp:cNvSpPr/>
      </dsp:nvSpPr>
      <dsp:spPr>
        <a:xfrm>
          <a:off x="6516685" y="1083340"/>
          <a:ext cx="846562" cy="84656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B5ED305-2DA6-4146-86F4-2BFD8EBEA918}">
      <dsp:nvSpPr>
        <dsp:cNvPr id="0" name=""/>
        <dsp:cNvSpPr/>
      </dsp:nvSpPr>
      <dsp:spPr>
        <a:xfrm>
          <a:off x="5730591" y="2703902"/>
          <a:ext cx="2418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ru-RU" sz="2300" kern="1200" dirty="0"/>
            <a:t>улучшение функционала</a:t>
          </a:r>
          <a:endParaRPr lang="en-US" sz="2300" kern="1200" dirty="0"/>
        </a:p>
      </dsp:txBody>
      <dsp:txXfrm>
        <a:off x="5730591" y="2703902"/>
        <a:ext cx="241875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62114" y="0"/>
            <a:ext cx="3072908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486646" y="-3486043"/>
            <a:ext cx="2170709" cy="9144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7673" y="348865"/>
            <a:ext cx="7288583" cy="1576446"/>
          </a:xfrm>
        </p:spPr>
        <p:txBody>
          <a:bodyPr anchor="ctr">
            <a:normAutofit/>
          </a:bodyPr>
          <a:lstStyle/>
          <a:p>
            <a:r>
              <a:rPr lang="en-US" sz="3500" dirty="0" err="1">
                <a:solidFill>
                  <a:srgbClr val="FFFFFF"/>
                </a:solidFill>
              </a:rPr>
              <a:t>EcoReport</a:t>
            </a:r>
            <a:r>
              <a:rPr lang="en-US" sz="3500" dirty="0">
                <a:solidFill>
                  <a:srgbClr val="FFFFFF"/>
                </a:solidFill>
              </a:rPr>
              <a:t> — </a:t>
            </a:r>
            <a:r>
              <a:rPr lang="ru-RU" sz="3500" dirty="0">
                <a:solidFill>
                  <a:srgbClr val="FFFFFF"/>
                </a:solidFill>
              </a:rPr>
              <a:t>Итерация №2</a:t>
            </a:r>
            <a:br>
              <a:rPr lang="ru-RU" sz="3500" dirty="0">
                <a:solidFill>
                  <a:srgbClr val="FFFFFF"/>
                </a:solidFill>
              </a:rPr>
            </a:br>
            <a:r>
              <a:rPr lang="ru-RU" sz="3500" dirty="0">
                <a:solidFill>
                  <a:srgbClr val="FFFFFF"/>
                </a:solidFill>
              </a:rPr>
              <a:t>Цели: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04CCD9F6-E29E-F9A0-2C53-95E1758BAFB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35932909"/>
              </p:ext>
            </p:extLst>
          </p:nvPr>
        </p:nvGraphicFramePr>
        <p:xfrm>
          <a:off x="483042" y="2615979"/>
          <a:ext cx="8195871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62114" y="0"/>
            <a:ext cx="3072908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486646" y="-3486043"/>
            <a:ext cx="2170709" cy="9144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7673" y="348865"/>
            <a:ext cx="7288583" cy="1576446"/>
          </a:xfrm>
        </p:spPr>
        <p:txBody>
          <a:bodyPr anchor="ctr">
            <a:normAutofit/>
          </a:bodyPr>
          <a:lstStyle/>
          <a:p>
            <a:r>
              <a:rPr lang="ru-RU" sz="3500" dirty="0">
                <a:solidFill>
                  <a:srgbClr val="FFFFFF"/>
                </a:solidFill>
              </a:rPr>
              <a:t>Общий результат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ACDCE48-1881-FCAD-9734-51D4FF7DFEB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66012726"/>
              </p:ext>
            </p:extLst>
          </p:nvPr>
        </p:nvGraphicFramePr>
        <p:xfrm>
          <a:off x="483042" y="2615979"/>
          <a:ext cx="8195871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416D0FC-7078-891F-3745-71BAA3B5D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10ED657-44A6-1037-1769-D91BBC9688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573E6A2-A964-6473-EDEC-8C5F9B3D9D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6E2FF1C-644D-6D74-AFE0-BD31074F6A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62114" y="0"/>
            <a:ext cx="3072908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782E802-F80D-1436-5E97-2F47A153D8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486646" y="-3486043"/>
            <a:ext cx="2170709" cy="9144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945BA4-6820-F324-FCB7-185C2663AC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73" y="348865"/>
            <a:ext cx="7288583" cy="1576446"/>
          </a:xfrm>
        </p:spPr>
        <p:txBody>
          <a:bodyPr anchor="ctr">
            <a:normAutofit/>
          </a:bodyPr>
          <a:lstStyle/>
          <a:p>
            <a:r>
              <a:rPr lang="ru-RU" sz="3500" dirty="0">
                <a:solidFill>
                  <a:srgbClr val="FFFFFF"/>
                </a:solidFill>
              </a:rPr>
              <a:t>Интерфейс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BEE3BF3-8FE9-5077-FCAB-614426468F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4772" y="2223369"/>
            <a:ext cx="8229600" cy="4525963"/>
          </a:xfrm>
        </p:spPr>
        <p:txBody>
          <a:bodyPr/>
          <a:lstStyle/>
          <a:p>
            <a:r>
              <a:rPr lang="ru-RU" dirty="0"/>
              <a:t>Форма ввода и импорт данных</a:t>
            </a:r>
          </a:p>
          <a:p>
            <a:r>
              <a:rPr lang="ru-RU" dirty="0"/>
              <a:t>Информация об организации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02AB6B37-8120-4999-9506-41604BDBF1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3407303"/>
            <a:ext cx="9144000" cy="3101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58422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096642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2" y="-1"/>
            <a:ext cx="9144001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4784" y="248038"/>
            <a:ext cx="529779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35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ГОСТы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29374" y="390832"/>
            <a:ext cx="2425189" cy="873612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 defTabSz="914400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17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Выбор нормативных документов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68BE063-3794-60C9-D906-9DBE246F3C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901" y="2197130"/>
            <a:ext cx="8495662" cy="123187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096642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2" y="-1"/>
            <a:ext cx="9144001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4784" y="248038"/>
            <a:ext cx="529779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35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Карта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29374" y="390832"/>
            <a:ext cx="2425189" cy="873612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 defTabSz="914400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17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Ввод координат и визуализация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49BA9CE-1EA2-9427-6EEF-F47D8213D2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168" y="2280849"/>
            <a:ext cx="8495662" cy="382304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096642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2" y="-1"/>
            <a:ext cx="9144001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4784" y="248038"/>
            <a:ext cx="529779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35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Параметры среды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29374" y="390832"/>
            <a:ext cx="2425189" cy="873612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 defTabSz="914400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1700" kern="1200" dirty="0" err="1">
                <a:solidFill>
                  <a:srgbClr val="FFFFFF"/>
                </a:solidFill>
                <a:latin typeface="+mn-lt"/>
                <a:ea typeface="+mn-ea"/>
                <a:cs typeface="+mn-cs"/>
              </a:rPr>
              <a:t>Рельеф</a:t>
            </a:r>
            <a:r>
              <a:rPr lang="en-US" sz="17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, </a:t>
            </a:r>
            <a:r>
              <a:rPr lang="en-US" sz="1700" kern="1200" dirty="0" err="1">
                <a:solidFill>
                  <a:srgbClr val="FFFFFF"/>
                </a:solidFill>
                <a:latin typeface="+mn-lt"/>
                <a:ea typeface="+mn-ea"/>
                <a:cs typeface="+mn-cs"/>
              </a:rPr>
              <a:t>почва</a:t>
            </a:r>
            <a:r>
              <a:rPr lang="en-US" sz="17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, </a:t>
            </a:r>
            <a:r>
              <a:rPr lang="en-US" sz="1700" kern="1200" dirty="0" err="1">
                <a:solidFill>
                  <a:srgbClr val="FFFFFF"/>
                </a:solidFill>
                <a:latin typeface="+mn-lt"/>
                <a:ea typeface="+mn-ea"/>
                <a:cs typeface="+mn-cs"/>
              </a:rPr>
              <a:t>климат</a:t>
            </a:r>
            <a:r>
              <a:rPr lang="en-US" sz="17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, </a:t>
            </a:r>
            <a:r>
              <a:rPr lang="en-US" sz="1700" kern="1200" dirty="0" err="1">
                <a:solidFill>
                  <a:srgbClr val="FFFFFF"/>
                </a:solidFill>
                <a:latin typeface="+mn-lt"/>
                <a:ea typeface="+mn-ea"/>
                <a:cs typeface="+mn-cs"/>
              </a:rPr>
              <a:t>грунтовые</a:t>
            </a:r>
            <a:r>
              <a:rPr lang="en-US" sz="17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700" kern="1200" dirty="0" err="1">
                <a:solidFill>
                  <a:srgbClr val="FFFFFF"/>
                </a:solidFill>
                <a:latin typeface="+mn-lt"/>
                <a:ea typeface="+mn-ea"/>
                <a:cs typeface="+mn-cs"/>
              </a:rPr>
              <a:t>воды</a:t>
            </a:r>
            <a:endParaRPr lang="en-US" sz="170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360A006-62EA-2FDC-3727-06BF583C0E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538" y="1966293"/>
            <a:ext cx="7066921" cy="44521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C26D3F-B76F-BCC3-84C1-03E7F050D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72935B1-9860-A579-CBF2-4C68B1B1E9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A601A8-F145-B5CF-3314-0CA7C30FA0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008CC96-2AB0-1FA5-7182-B8D2726323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096642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BD6F5C7-10A2-EC8C-FF0F-15CEA450B9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2" y="-1"/>
            <a:ext cx="9144001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64A8C6B-D815-1CB3-1D4F-0238F1E887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4784" y="248038"/>
            <a:ext cx="529779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ru-RU" sz="3600" dirty="0">
                <a:solidFill>
                  <a:schemeClr val="bg1"/>
                </a:solidFill>
              </a:rPr>
              <a:t>Анализы и динамика наблюдений</a:t>
            </a:r>
            <a:endParaRPr lang="en-US" sz="35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60DA07-108E-62FC-81FD-07063076FE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29374" y="390832"/>
            <a:ext cx="2425189" cy="873612"/>
          </a:xfrm>
        </p:spPr>
        <p:txBody>
          <a:bodyPr vert="horz" lIns="91440" tIns="45720" rIns="91440" bIns="4572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ru-RU" sz="1800" dirty="0">
                <a:solidFill>
                  <a:schemeClr val="bg1"/>
                </a:solidFill>
              </a:rPr>
              <a:t>pH, железо, марганец, нитраты, сульфаты</a:t>
            </a:r>
          </a:p>
          <a:p>
            <a:pPr marL="0" indent="0">
              <a:buNone/>
            </a:pPr>
            <a:r>
              <a:rPr lang="ru-RU" sz="1800" dirty="0">
                <a:solidFill>
                  <a:schemeClr val="bg1"/>
                </a:solidFill>
              </a:rPr>
              <a:t>Отслеживание показателей во времени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7BBA3362-317F-74FA-8F2C-24984DCE2D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" y="2361096"/>
            <a:ext cx="9144000" cy="3319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43236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096642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2" y="-1"/>
            <a:ext cx="9144001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4784" y="248038"/>
            <a:ext cx="529779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35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Контакты</a:t>
            </a:r>
            <a:endParaRPr lang="en-US" sz="35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29374" y="390832"/>
            <a:ext cx="2425189" cy="873612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 defTabSz="914400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1700" kern="1200" dirty="0" err="1">
                <a:solidFill>
                  <a:srgbClr val="FFFFFF"/>
                </a:solidFill>
                <a:latin typeface="+mn-lt"/>
                <a:ea typeface="+mn-ea"/>
                <a:cs typeface="+mn-cs"/>
              </a:rPr>
              <a:t>Информация</a:t>
            </a:r>
            <a:r>
              <a:rPr lang="en-US" sz="17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 о </a:t>
            </a:r>
            <a:r>
              <a:rPr lang="en-US" sz="1700" kern="1200" dirty="0" err="1">
                <a:solidFill>
                  <a:srgbClr val="FFFFFF"/>
                </a:solidFill>
                <a:latin typeface="+mn-lt"/>
                <a:ea typeface="+mn-ea"/>
                <a:cs typeface="+mn-cs"/>
              </a:rPr>
              <a:t>составителе</a:t>
            </a:r>
            <a:r>
              <a:rPr lang="en-US" sz="17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700" kern="1200" dirty="0" err="1">
                <a:solidFill>
                  <a:srgbClr val="FFFFFF"/>
                </a:solidFill>
                <a:latin typeface="+mn-lt"/>
                <a:ea typeface="+mn-ea"/>
                <a:cs typeface="+mn-cs"/>
              </a:rPr>
              <a:t>отчёта</a:t>
            </a:r>
            <a:endParaRPr lang="en-US" sz="170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B42419E-9ABD-642F-523C-E37B0D85BE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" y="2859341"/>
            <a:ext cx="9144000" cy="200658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77E83AE5-B3B4-B1F5-7889-9B4E8C7BA1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7708" y="-34189"/>
            <a:ext cx="9181708" cy="158961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0" y="179388"/>
            <a:ext cx="3943350" cy="3044825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ru-RU" dirty="0">
                <a:solidFill>
                  <a:srgbClr val="FFFFFF"/>
                </a:solidFill>
              </a:rPr>
              <a:t>Генерация отчёта</a:t>
            </a:r>
            <a:endParaRPr lang="en-US" sz="4200" dirty="0"/>
          </a:p>
        </p:txBody>
      </p:sp>
      <p:sp>
        <p:nvSpPr>
          <p:cNvPr id="21" name="Объект 20">
            <a:extLst>
              <a:ext uri="{FF2B5EF4-FFF2-40B4-BE49-F238E27FC236}">
                <a16:creationId xmlns:a16="http://schemas.microsoft.com/office/drawing/2014/main" id="{F741FCEC-8684-E062-5D5C-3EC34104EFC9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6170613" y="30163"/>
            <a:ext cx="2973387" cy="137477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 defTabSz="914400">
              <a:lnSpc>
                <a:spcPct val="90000"/>
              </a:lnSpc>
              <a:spcBef>
                <a:spcPts val="1000"/>
              </a:spcBef>
              <a:buNone/>
            </a:pPr>
            <a:r>
              <a:rPr lang="ru-RU" sz="1700" dirty="0">
                <a:solidFill>
                  <a:srgbClr val="FFFFFF"/>
                </a:solidFill>
              </a:rPr>
              <a:t>Модуль генерации отчёта реализован</a:t>
            </a:r>
            <a:endParaRPr lang="en-US" sz="1700" dirty="0">
              <a:solidFill>
                <a:srgbClr val="FFFFFF"/>
              </a:solidFill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B5A72019-0F6D-517B-5A5B-A742FCFD64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0947" y="1664311"/>
            <a:ext cx="4233053" cy="1333412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44F72311-E490-046D-602A-677EA1729C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5000" y="3358757"/>
            <a:ext cx="3763965" cy="1834932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4B2D9802-3B15-F671-5C49-8D4F09A091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3101" y="1692592"/>
            <a:ext cx="4720050" cy="1333412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7DFCA77-5E77-2006-299D-7A97DE5D83B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270" y="3301402"/>
            <a:ext cx="4518730" cy="218028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6642" y="0"/>
            <a:ext cx="3047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783777" y="-3783778"/>
            <a:ext cx="1576446" cy="9144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697" y="348865"/>
            <a:ext cx="7533018" cy="877729"/>
          </a:xfrm>
        </p:spPr>
        <p:txBody>
          <a:bodyPr anchor="ctr">
            <a:normAutofit/>
          </a:bodyPr>
          <a:lstStyle/>
          <a:p>
            <a:r>
              <a:rPr lang="ru-RU" sz="3500" dirty="0">
                <a:solidFill>
                  <a:srgbClr val="FFFFFF"/>
                </a:solidFill>
              </a:rPr>
              <a:t>Планы на следующую итерацию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B3946981-C459-7B76-191E-CC557777586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02283825"/>
              </p:ext>
            </p:extLst>
          </p:nvPr>
        </p:nvGraphicFramePr>
        <p:xfrm>
          <a:off x="483042" y="2112579"/>
          <a:ext cx="8195871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97</Words>
  <Application>Microsoft Office PowerPoint</Application>
  <PresentationFormat>Экран (4:3)</PresentationFormat>
  <Paragraphs>29</Paragraphs>
  <Slides>10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EcoReport — Итерация №2 Цели:</vt:lpstr>
      <vt:lpstr>Общий результат</vt:lpstr>
      <vt:lpstr>Интерфейс</vt:lpstr>
      <vt:lpstr>ГОСТы</vt:lpstr>
      <vt:lpstr>Карта</vt:lpstr>
      <vt:lpstr>Параметры среды</vt:lpstr>
      <vt:lpstr>Анализы и динамика наблюдений</vt:lpstr>
      <vt:lpstr>Контакты</vt:lpstr>
      <vt:lpstr>Генерация отчёта</vt:lpstr>
      <vt:lpstr>Планы на следующую итерацию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Игорь Тимофеев</dc:creator>
  <cp:keywords/>
  <dc:description>generated using python-pptx</dc:description>
  <cp:lastModifiedBy>Игорь Тимофеев</cp:lastModifiedBy>
  <cp:revision>4</cp:revision>
  <dcterms:created xsi:type="dcterms:W3CDTF">2013-01-27T09:14:16Z</dcterms:created>
  <dcterms:modified xsi:type="dcterms:W3CDTF">2026-03-25T18:39:52Z</dcterms:modified>
  <cp:category/>
</cp:coreProperties>
</file>